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1" r:id="rId4"/>
    <p:sldId id="258" r:id="rId5"/>
    <p:sldId id="259" r:id="rId6"/>
    <p:sldId id="260"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9900"/>
    <a:srgbClr val="008000"/>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66" d="100"/>
          <a:sy n="66" d="100"/>
        </p:scale>
        <p:origin x="900" y="2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PH"/>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PH"/>
          </a:p>
        </p:txBody>
      </p:sp>
      <p:sp>
        <p:nvSpPr>
          <p:cNvPr id="4" name="Date Placeholder 3"/>
          <p:cNvSpPr>
            <a:spLocks noGrp="1"/>
          </p:cNvSpPr>
          <p:nvPr>
            <p:ph type="dt" sz="half" idx="10"/>
          </p:nvPr>
        </p:nvSpPr>
        <p:spPr/>
        <p:txBody>
          <a:bodyPr/>
          <a:lstStyle/>
          <a:p>
            <a:fld id="{E18518F4-55B5-4235-B7DD-306255C5B2B7}" type="datetimeFigureOut">
              <a:rPr lang="en-PH" smtClean="0"/>
              <a:t>3/6/2016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51945A3A-BE7A-4EE1-855D-A60DB5B14A6A}" type="slidenum">
              <a:rPr lang="en-PH" smtClean="0"/>
              <a:t>‹#›</a:t>
            </a:fld>
            <a:endParaRPr lang="en-PH"/>
          </a:p>
        </p:txBody>
      </p:sp>
    </p:spTree>
    <p:extLst>
      <p:ext uri="{BB962C8B-B14F-4D97-AF65-F5344CB8AC3E}">
        <p14:creationId xmlns:p14="http://schemas.microsoft.com/office/powerpoint/2010/main" val="33048621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PH"/>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Date Placeholder 3"/>
          <p:cNvSpPr>
            <a:spLocks noGrp="1"/>
          </p:cNvSpPr>
          <p:nvPr>
            <p:ph type="dt" sz="half" idx="10"/>
          </p:nvPr>
        </p:nvSpPr>
        <p:spPr/>
        <p:txBody>
          <a:bodyPr/>
          <a:lstStyle/>
          <a:p>
            <a:fld id="{E18518F4-55B5-4235-B7DD-306255C5B2B7}" type="datetimeFigureOut">
              <a:rPr lang="en-PH" smtClean="0"/>
              <a:t>3/6/2016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51945A3A-BE7A-4EE1-855D-A60DB5B14A6A}" type="slidenum">
              <a:rPr lang="en-PH" smtClean="0"/>
              <a:t>‹#›</a:t>
            </a:fld>
            <a:endParaRPr lang="en-PH"/>
          </a:p>
        </p:txBody>
      </p:sp>
    </p:spTree>
    <p:extLst>
      <p:ext uri="{BB962C8B-B14F-4D97-AF65-F5344CB8AC3E}">
        <p14:creationId xmlns:p14="http://schemas.microsoft.com/office/powerpoint/2010/main" val="34284908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PH"/>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18518F4-55B5-4235-B7DD-306255C5B2B7}" type="datetimeFigureOut">
              <a:rPr lang="en-PH" smtClean="0"/>
              <a:t>3/6/2016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51945A3A-BE7A-4EE1-855D-A60DB5B14A6A}" type="slidenum">
              <a:rPr lang="en-PH" smtClean="0"/>
              <a:t>‹#›</a:t>
            </a:fld>
            <a:endParaRPr lang="en-PH"/>
          </a:p>
        </p:txBody>
      </p:sp>
    </p:spTree>
    <p:extLst>
      <p:ext uri="{BB962C8B-B14F-4D97-AF65-F5344CB8AC3E}">
        <p14:creationId xmlns:p14="http://schemas.microsoft.com/office/powerpoint/2010/main" val="2503476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PH"/>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5" name="Date Placeholder 4"/>
          <p:cNvSpPr>
            <a:spLocks noGrp="1"/>
          </p:cNvSpPr>
          <p:nvPr>
            <p:ph type="dt" sz="half" idx="10"/>
          </p:nvPr>
        </p:nvSpPr>
        <p:spPr/>
        <p:txBody>
          <a:bodyPr/>
          <a:lstStyle/>
          <a:p>
            <a:fld id="{E18518F4-55B5-4235-B7DD-306255C5B2B7}" type="datetimeFigureOut">
              <a:rPr lang="en-PH" smtClean="0"/>
              <a:t>3/6/2016</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51945A3A-BE7A-4EE1-855D-A60DB5B14A6A}" type="slidenum">
              <a:rPr lang="en-PH" smtClean="0"/>
              <a:t>‹#›</a:t>
            </a:fld>
            <a:endParaRPr lang="en-PH"/>
          </a:p>
        </p:txBody>
      </p:sp>
    </p:spTree>
    <p:extLst>
      <p:ext uri="{BB962C8B-B14F-4D97-AF65-F5344CB8AC3E}">
        <p14:creationId xmlns:p14="http://schemas.microsoft.com/office/powerpoint/2010/main" val="24334343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PH"/>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7" name="Date Placeholder 6"/>
          <p:cNvSpPr>
            <a:spLocks noGrp="1"/>
          </p:cNvSpPr>
          <p:nvPr>
            <p:ph type="dt" sz="half" idx="10"/>
          </p:nvPr>
        </p:nvSpPr>
        <p:spPr/>
        <p:txBody>
          <a:bodyPr/>
          <a:lstStyle/>
          <a:p>
            <a:fld id="{E18518F4-55B5-4235-B7DD-306255C5B2B7}" type="datetimeFigureOut">
              <a:rPr lang="en-PH" smtClean="0"/>
              <a:t>3/6/2016</a:t>
            </a:fld>
            <a:endParaRPr lang="en-PH"/>
          </a:p>
        </p:txBody>
      </p:sp>
      <p:sp>
        <p:nvSpPr>
          <p:cNvPr id="8" name="Footer Placeholder 7"/>
          <p:cNvSpPr>
            <a:spLocks noGrp="1"/>
          </p:cNvSpPr>
          <p:nvPr>
            <p:ph type="ftr" sz="quarter" idx="11"/>
          </p:nvPr>
        </p:nvSpPr>
        <p:spPr/>
        <p:txBody>
          <a:bodyPr/>
          <a:lstStyle/>
          <a:p>
            <a:endParaRPr lang="en-PH"/>
          </a:p>
        </p:txBody>
      </p:sp>
      <p:sp>
        <p:nvSpPr>
          <p:cNvPr id="9" name="Slide Number Placeholder 8"/>
          <p:cNvSpPr>
            <a:spLocks noGrp="1"/>
          </p:cNvSpPr>
          <p:nvPr>
            <p:ph type="sldNum" sz="quarter" idx="12"/>
          </p:nvPr>
        </p:nvSpPr>
        <p:spPr/>
        <p:txBody>
          <a:bodyPr/>
          <a:lstStyle/>
          <a:p>
            <a:fld id="{51945A3A-BE7A-4EE1-855D-A60DB5B14A6A}" type="slidenum">
              <a:rPr lang="en-PH" smtClean="0"/>
              <a:t>‹#›</a:t>
            </a:fld>
            <a:endParaRPr lang="en-PH"/>
          </a:p>
        </p:txBody>
      </p:sp>
    </p:spTree>
    <p:extLst>
      <p:ext uri="{BB962C8B-B14F-4D97-AF65-F5344CB8AC3E}">
        <p14:creationId xmlns:p14="http://schemas.microsoft.com/office/powerpoint/2010/main" val="7719929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PH"/>
          </a:p>
        </p:txBody>
      </p:sp>
      <p:sp>
        <p:nvSpPr>
          <p:cNvPr id="3" name="Date Placeholder 2"/>
          <p:cNvSpPr>
            <a:spLocks noGrp="1"/>
          </p:cNvSpPr>
          <p:nvPr>
            <p:ph type="dt" sz="half" idx="10"/>
          </p:nvPr>
        </p:nvSpPr>
        <p:spPr/>
        <p:txBody>
          <a:bodyPr/>
          <a:lstStyle/>
          <a:p>
            <a:fld id="{E18518F4-55B5-4235-B7DD-306255C5B2B7}" type="datetimeFigureOut">
              <a:rPr lang="en-PH" smtClean="0"/>
              <a:t>3/6/2016</a:t>
            </a:fld>
            <a:endParaRPr lang="en-PH"/>
          </a:p>
        </p:txBody>
      </p:sp>
      <p:sp>
        <p:nvSpPr>
          <p:cNvPr id="4" name="Footer Placeholder 3"/>
          <p:cNvSpPr>
            <a:spLocks noGrp="1"/>
          </p:cNvSpPr>
          <p:nvPr>
            <p:ph type="ftr" sz="quarter" idx="11"/>
          </p:nvPr>
        </p:nvSpPr>
        <p:spPr/>
        <p:txBody>
          <a:bodyPr/>
          <a:lstStyle/>
          <a:p>
            <a:endParaRPr lang="en-PH"/>
          </a:p>
        </p:txBody>
      </p:sp>
      <p:sp>
        <p:nvSpPr>
          <p:cNvPr id="5" name="Slide Number Placeholder 4"/>
          <p:cNvSpPr>
            <a:spLocks noGrp="1"/>
          </p:cNvSpPr>
          <p:nvPr>
            <p:ph type="sldNum" sz="quarter" idx="12"/>
          </p:nvPr>
        </p:nvSpPr>
        <p:spPr/>
        <p:txBody>
          <a:bodyPr/>
          <a:lstStyle/>
          <a:p>
            <a:fld id="{51945A3A-BE7A-4EE1-855D-A60DB5B14A6A}" type="slidenum">
              <a:rPr lang="en-PH" smtClean="0"/>
              <a:t>‹#›</a:t>
            </a:fld>
            <a:endParaRPr lang="en-PH"/>
          </a:p>
        </p:txBody>
      </p:sp>
    </p:spTree>
    <p:extLst>
      <p:ext uri="{BB962C8B-B14F-4D97-AF65-F5344CB8AC3E}">
        <p14:creationId xmlns:p14="http://schemas.microsoft.com/office/powerpoint/2010/main" val="17612621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18518F4-55B5-4235-B7DD-306255C5B2B7}" type="datetimeFigureOut">
              <a:rPr lang="en-PH" smtClean="0"/>
              <a:t>3/6/2016</a:t>
            </a:fld>
            <a:endParaRPr lang="en-PH"/>
          </a:p>
        </p:txBody>
      </p:sp>
      <p:sp>
        <p:nvSpPr>
          <p:cNvPr id="3" name="Footer Placeholder 2"/>
          <p:cNvSpPr>
            <a:spLocks noGrp="1"/>
          </p:cNvSpPr>
          <p:nvPr>
            <p:ph type="ftr" sz="quarter" idx="11"/>
          </p:nvPr>
        </p:nvSpPr>
        <p:spPr/>
        <p:txBody>
          <a:bodyPr/>
          <a:lstStyle/>
          <a:p>
            <a:endParaRPr lang="en-PH"/>
          </a:p>
        </p:txBody>
      </p:sp>
      <p:sp>
        <p:nvSpPr>
          <p:cNvPr id="4" name="Slide Number Placeholder 3"/>
          <p:cNvSpPr>
            <a:spLocks noGrp="1"/>
          </p:cNvSpPr>
          <p:nvPr>
            <p:ph type="sldNum" sz="quarter" idx="12"/>
          </p:nvPr>
        </p:nvSpPr>
        <p:spPr/>
        <p:txBody>
          <a:bodyPr/>
          <a:lstStyle/>
          <a:p>
            <a:fld id="{51945A3A-BE7A-4EE1-855D-A60DB5B14A6A}" type="slidenum">
              <a:rPr lang="en-PH" smtClean="0"/>
              <a:t>‹#›</a:t>
            </a:fld>
            <a:endParaRPr lang="en-PH"/>
          </a:p>
        </p:txBody>
      </p:sp>
    </p:spTree>
    <p:extLst>
      <p:ext uri="{BB962C8B-B14F-4D97-AF65-F5344CB8AC3E}">
        <p14:creationId xmlns:p14="http://schemas.microsoft.com/office/powerpoint/2010/main" val="28158751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PH"/>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18518F4-55B5-4235-B7DD-306255C5B2B7}" type="datetimeFigureOut">
              <a:rPr lang="en-PH" smtClean="0"/>
              <a:t>3/6/2016</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51945A3A-BE7A-4EE1-855D-A60DB5B14A6A}" type="slidenum">
              <a:rPr lang="en-PH" smtClean="0"/>
              <a:t>‹#›</a:t>
            </a:fld>
            <a:endParaRPr lang="en-PH"/>
          </a:p>
        </p:txBody>
      </p:sp>
    </p:spTree>
    <p:extLst>
      <p:ext uri="{BB962C8B-B14F-4D97-AF65-F5344CB8AC3E}">
        <p14:creationId xmlns:p14="http://schemas.microsoft.com/office/powerpoint/2010/main" val="36953030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PH"/>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18518F4-55B5-4235-B7DD-306255C5B2B7}" type="datetimeFigureOut">
              <a:rPr lang="en-PH" smtClean="0"/>
              <a:t>3/6/2016</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51945A3A-BE7A-4EE1-855D-A60DB5B14A6A}" type="slidenum">
              <a:rPr lang="en-PH" smtClean="0"/>
              <a:t>‹#›</a:t>
            </a:fld>
            <a:endParaRPr lang="en-PH"/>
          </a:p>
        </p:txBody>
      </p:sp>
    </p:spTree>
    <p:extLst>
      <p:ext uri="{BB962C8B-B14F-4D97-AF65-F5344CB8AC3E}">
        <p14:creationId xmlns:p14="http://schemas.microsoft.com/office/powerpoint/2010/main" val="11503862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PH"/>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Date Placeholder 3"/>
          <p:cNvSpPr>
            <a:spLocks noGrp="1"/>
          </p:cNvSpPr>
          <p:nvPr>
            <p:ph type="dt" sz="half" idx="10"/>
          </p:nvPr>
        </p:nvSpPr>
        <p:spPr/>
        <p:txBody>
          <a:bodyPr/>
          <a:lstStyle/>
          <a:p>
            <a:fld id="{E18518F4-55B5-4235-B7DD-306255C5B2B7}" type="datetimeFigureOut">
              <a:rPr lang="en-PH" smtClean="0"/>
              <a:t>3/6/2016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51945A3A-BE7A-4EE1-855D-A60DB5B14A6A}" type="slidenum">
              <a:rPr lang="en-PH" smtClean="0"/>
              <a:t>‹#›</a:t>
            </a:fld>
            <a:endParaRPr lang="en-PH"/>
          </a:p>
        </p:txBody>
      </p:sp>
    </p:spTree>
    <p:extLst>
      <p:ext uri="{BB962C8B-B14F-4D97-AF65-F5344CB8AC3E}">
        <p14:creationId xmlns:p14="http://schemas.microsoft.com/office/powerpoint/2010/main" val="24690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PH"/>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Date Placeholder 3"/>
          <p:cNvSpPr>
            <a:spLocks noGrp="1"/>
          </p:cNvSpPr>
          <p:nvPr>
            <p:ph type="dt" sz="half" idx="10"/>
          </p:nvPr>
        </p:nvSpPr>
        <p:spPr/>
        <p:txBody>
          <a:bodyPr/>
          <a:lstStyle/>
          <a:p>
            <a:fld id="{E18518F4-55B5-4235-B7DD-306255C5B2B7}" type="datetimeFigureOut">
              <a:rPr lang="en-PH" smtClean="0"/>
              <a:t>3/6/2016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51945A3A-BE7A-4EE1-855D-A60DB5B14A6A}" type="slidenum">
              <a:rPr lang="en-PH" smtClean="0"/>
              <a:t>‹#›</a:t>
            </a:fld>
            <a:endParaRPr lang="en-PH"/>
          </a:p>
        </p:txBody>
      </p:sp>
    </p:spTree>
    <p:extLst>
      <p:ext uri="{BB962C8B-B14F-4D97-AF65-F5344CB8AC3E}">
        <p14:creationId xmlns:p14="http://schemas.microsoft.com/office/powerpoint/2010/main" val="6532528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68000"/>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PH"/>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18518F4-55B5-4235-B7DD-306255C5B2B7}" type="datetimeFigureOut">
              <a:rPr lang="en-PH" smtClean="0"/>
              <a:t>3/6/2016</a:t>
            </a:fld>
            <a:endParaRPr lang="en-PH"/>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945A3A-BE7A-4EE1-855D-A60DB5B14A6A}" type="slidenum">
              <a:rPr lang="en-PH" smtClean="0"/>
              <a:t>‹#›</a:t>
            </a:fld>
            <a:endParaRPr lang="en-PH"/>
          </a:p>
        </p:txBody>
      </p:sp>
    </p:spTree>
    <p:extLst>
      <p:ext uri="{BB962C8B-B14F-4D97-AF65-F5344CB8AC3E}">
        <p14:creationId xmlns:p14="http://schemas.microsoft.com/office/powerpoint/2010/main" val="17236132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Box 3"/>
          <p:cNvSpPr txBox="1"/>
          <p:nvPr/>
        </p:nvSpPr>
        <p:spPr>
          <a:xfrm>
            <a:off x="506440" y="98474"/>
            <a:ext cx="2433680" cy="1569660"/>
          </a:xfrm>
          <a:prstGeom prst="rect">
            <a:avLst/>
          </a:prstGeom>
          <a:noFill/>
        </p:spPr>
        <p:txBody>
          <a:bodyPr wrap="none" rtlCol="0">
            <a:spAutoFit/>
          </a:bodyPr>
          <a:lstStyle/>
          <a:p>
            <a:r>
              <a:rPr lang="en-PH" sz="9600" dirty="0" smtClean="0">
                <a:solidFill>
                  <a:srgbClr val="0000FF"/>
                </a:solidFill>
                <a:latin typeface="AR JULIAN" panose="02000000000000000000" pitchFamily="2" charset="0"/>
              </a:rPr>
              <a:t>L</a:t>
            </a:r>
            <a:r>
              <a:rPr lang="en-PH" sz="9600" dirty="0" smtClean="0">
                <a:solidFill>
                  <a:srgbClr val="FF0000"/>
                </a:solidFill>
                <a:latin typeface="AR JULIAN" panose="02000000000000000000" pitchFamily="2" charset="0"/>
              </a:rPr>
              <a:t>M</a:t>
            </a:r>
            <a:r>
              <a:rPr lang="en-PH" sz="9600" dirty="0" smtClean="0">
                <a:solidFill>
                  <a:srgbClr val="008000"/>
                </a:solidFill>
                <a:latin typeface="AR JULIAN" panose="02000000000000000000" pitchFamily="2" charset="0"/>
              </a:rPr>
              <a:t>S</a:t>
            </a:r>
            <a:endParaRPr lang="en-PH" sz="9600" dirty="0">
              <a:solidFill>
                <a:srgbClr val="008000"/>
              </a:solidFill>
              <a:latin typeface="AR JULIAN" panose="02000000000000000000" pitchFamily="2" charset="0"/>
            </a:endParaRPr>
          </a:p>
        </p:txBody>
      </p:sp>
      <p:sp>
        <p:nvSpPr>
          <p:cNvPr id="5" name="TextBox 4"/>
          <p:cNvSpPr txBox="1"/>
          <p:nvPr/>
        </p:nvSpPr>
        <p:spPr>
          <a:xfrm>
            <a:off x="3277770" y="661720"/>
            <a:ext cx="7597593" cy="646331"/>
          </a:xfrm>
          <a:prstGeom prst="rect">
            <a:avLst/>
          </a:prstGeom>
          <a:noFill/>
        </p:spPr>
        <p:txBody>
          <a:bodyPr wrap="none" rtlCol="0">
            <a:spAutoFit/>
          </a:bodyPr>
          <a:lstStyle/>
          <a:p>
            <a:r>
              <a:rPr lang="en-PH" sz="3600" dirty="0" smtClean="0">
                <a:solidFill>
                  <a:srgbClr val="0000FF"/>
                </a:solidFill>
                <a:latin typeface="Arial" panose="020B0604020202020204" pitchFamily="34" charset="0"/>
                <a:cs typeface="Arial" panose="020B0604020202020204" pitchFamily="34" charset="0"/>
              </a:rPr>
              <a:t>LIBRARY</a:t>
            </a:r>
            <a:r>
              <a:rPr lang="en-PH" sz="3600" dirty="0" smtClean="0">
                <a:latin typeface="Arial" panose="020B0604020202020204" pitchFamily="34" charset="0"/>
                <a:cs typeface="Arial" panose="020B0604020202020204" pitchFamily="34" charset="0"/>
              </a:rPr>
              <a:t> </a:t>
            </a:r>
            <a:r>
              <a:rPr lang="en-PH" sz="3600" dirty="0" smtClean="0">
                <a:solidFill>
                  <a:srgbClr val="FF0000"/>
                </a:solidFill>
                <a:latin typeface="Arial" panose="020B0604020202020204" pitchFamily="34" charset="0"/>
                <a:cs typeface="Arial" panose="020B0604020202020204" pitchFamily="34" charset="0"/>
              </a:rPr>
              <a:t>MANAGEMENT</a:t>
            </a:r>
            <a:r>
              <a:rPr lang="en-PH" sz="3600" dirty="0" smtClean="0">
                <a:latin typeface="Arial" panose="020B0604020202020204" pitchFamily="34" charset="0"/>
                <a:cs typeface="Arial" panose="020B0604020202020204" pitchFamily="34" charset="0"/>
              </a:rPr>
              <a:t> </a:t>
            </a:r>
            <a:r>
              <a:rPr lang="en-PH" sz="3600" dirty="0" smtClean="0">
                <a:solidFill>
                  <a:srgbClr val="008000"/>
                </a:solidFill>
                <a:latin typeface="Arial" panose="020B0604020202020204" pitchFamily="34" charset="0"/>
                <a:cs typeface="Arial" panose="020B0604020202020204" pitchFamily="34" charset="0"/>
              </a:rPr>
              <a:t>SYSTEM</a:t>
            </a:r>
            <a:endParaRPr lang="en-PH" sz="3600" dirty="0">
              <a:solidFill>
                <a:srgbClr val="008000"/>
              </a:solidFill>
              <a:latin typeface="Arial" panose="020B0604020202020204" pitchFamily="34" charset="0"/>
              <a:cs typeface="Arial" panose="020B0604020202020204" pitchFamily="34" charset="0"/>
            </a:endParaRPr>
          </a:p>
        </p:txBody>
      </p:sp>
      <p:sp>
        <p:nvSpPr>
          <p:cNvPr id="6" name="TextBox 5"/>
          <p:cNvSpPr txBox="1"/>
          <p:nvPr/>
        </p:nvSpPr>
        <p:spPr>
          <a:xfrm>
            <a:off x="815935" y="1955409"/>
            <a:ext cx="4529794" cy="4524315"/>
          </a:xfrm>
          <a:prstGeom prst="rect">
            <a:avLst/>
          </a:prstGeom>
          <a:noFill/>
        </p:spPr>
        <p:txBody>
          <a:bodyPr wrap="square" rtlCol="0">
            <a:spAutoFit/>
          </a:bodyPr>
          <a:lstStyle/>
          <a:p>
            <a:r>
              <a:rPr lang="en-PH" sz="2400" dirty="0" smtClean="0">
                <a:cs typeface="Arial" panose="020B0604020202020204" pitchFamily="34" charset="0"/>
              </a:rPr>
              <a:t>   </a:t>
            </a:r>
          </a:p>
          <a:p>
            <a:r>
              <a:rPr lang="en-PH" sz="2400" dirty="0" smtClean="0">
                <a:solidFill>
                  <a:srgbClr val="FF9900"/>
                </a:solidFill>
                <a:cs typeface="Arial" panose="020B0604020202020204" pitchFamily="34" charset="0"/>
              </a:rPr>
              <a:t>  BSIT 2</a:t>
            </a:r>
            <a:r>
              <a:rPr lang="en-PH" sz="2400" baseline="30000" dirty="0" smtClean="0">
                <a:solidFill>
                  <a:srgbClr val="FF9900"/>
                </a:solidFill>
                <a:cs typeface="Arial" panose="020B0604020202020204" pitchFamily="34" charset="0"/>
              </a:rPr>
              <a:t>ND</a:t>
            </a:r>
            <a:r>
              <a:rPr lang="en-PH" sz="2400" dirty="0" smtClean="0">
                <a:solidFill>
                  <a:srgbClr val="FF9900"/>
                </a:solidFill>
                <a:cs typeface="Arial" panose="020B0604020202020204" pitchFamily="34" charset="0"/>
              </a:rPr>
              <a:t> SEMESTER SOFTWARE</a:t>
            </a:r>
          </a:p>
          <a:p>
            <a:r>
              <a:rPr lang="en-PH" sz="2400" dirty="0">
                <a:solidFill>
                  <a:srgbClr val="FF9900"/>
                </a:solidFill>
                <a:cs typeface="Arial" panose="020B0604020202020204" pitchFamily="34" charset="0"/>
              </a:rPr>
              <a:t> </a:t>
            </a:r>
            <a:r>
              <a:rPr lang="en-PH" sz="2400" dirty="0" smtClean="0">
                <a:solidFill>
                  <a:srgbClr val="FF9900"/>
                </a:solidFill>
                <a:cs typeface="Arial" panose="020B0604020202020204" pitchFamily="34" charset="0"/>
              </a:rPr>
              <a:t>     ENGINEERING PROJECT ON</a:t>
            </a:r>
          </a:p>
          <a:p>
            <a:r>
              <a:rPr lang="en-PH" sz="2400" dirty="0" smtClean="0">
                <a:solidFill>
                  <a:srgbClr val="FF9900"/>
                </a:solidFill>
                <a:cs typeface="Arial" panose="020B0604020202020204" pitchFamily="34" charset="0"/>
              </a:rPr>
              <a:t> LIBRARY MANAGEMENT SYSTEM</a:t>
            </a:r>
          </a:p>
          <a:p>
            <a:pPr algn="ctr"/>
            <a:r>
              <a:rPr lang="en-PH" sz="2400" dirty="0" smtClean="0">
                <a:solidFill>
                  <a:srgbClr val="FF9900"/>
                </a:solidFill>
                <a:cs typeface="Arial" panose="020B0604020202020204" pitchFamily="34" charset="0"/>
              </a:rPr>
              <a:t>PRESENTED BY</a:t>
            </a:r>
          </a:p>
          <a:p>
            <a:pPr algn="ctr"/>
            <a:endParaRPr lang="en-PH" sz="2400" dirty="0">
              <a:cs typeface="Arial" panose="020B0604020202020204" pitchFamily="34" charset="0"/>
            </a:endParaRPr>
          </a:p>
          <a:p>
            <a:pPr algn="ctr"/>
            <a:r>
              <a:rPr lang="en-US" sz="2400" dirty="0">
                <a:solidFill>
                  <a:srgbClr val="0000FF"/>
                </a:solidFill>
                <a:cs typeface="Arial" panose="020B0604020202020204" pitchFamily="34" charset="0"/>
              </a:rPr>
              <a:t>Aragon, </a:t>
            </a:r>
            <a:r>
              <a:rPr lang="en-US" sz="2400" dirty="0" err="1">
                <a:solidFill>
                  <a:srgbClr val="0000FF"/>
                </a:solidFill>
                <a:cs typeface="Arial" panose="020B0604020202020204" pitchFamily="34" charset="0"/>
              </a:rPr>
              <a:t>Janreign</a:t>
            </a:r>
            <a:endParaRPr lang="en-PH" sz="2400" dirty="0">
              <a:solidFill>
                <a:srgbClr val="0000FF"/>
              </a:solidFill>
              <a:cs typeface="Arial" panose="020B0604020202020204" pitchFamily="34" charset="0"/>
            </a:endParaRPr>
          </a:p>
          <a:p>
            <a:pPr algn="ctr"/>
            <a:r>
              <a:rPr lang="en-US" sz="2400" dirty="0">
                <a:solidFill>
                  <a:srgbClr val="FF0000"/>
                </a:solidFill>
                <a:cs typeface="Arial" panose="020B0604020202020204" pitchFamily="34" charset="0"/>
              </a:rPr>
              <a:t>Capacia, John Julio</a:t>
            </a:r>
            <a:endParaRPr lang="en-PH" sz="2400" dirty="0">
              <a:solidFill>
                <a:srgbClr val="FF0000"/>
              </a:solidFill>
              <a:cs typeface="Arial" panose="020B0604020202020204" pitchFamily="34" charset="0"/>
            </a:endParaRPr>
          </a:p>
          <a:p>
            <a:pPr algn="ctr"/>
            <a:r>
              <a:rPr lang="en-US" sz="2400" dirty="0">
                <a:solidFill>
                  <a:srgbClr val="008000"/>
                </a:solidFill>
                <a:cs typeface="Arial" panose="020B0604020202020204" pitchFamily="34" charset="0"/>
              </a:rPr>
              <a:t>Flores, Donna Mae</a:t>
            </a:r>
            <a:endParaRPr lang="en-PH" sz="2400" dirty="0">
              <a:solidFill>
                <a:srgbClr val="008000"/>
              </a:solidFill>
              <a:cs typeface="Arial" panose="020B0604020202020204" pitchFamily="34" charset="0"/>
            </a:endParaRPr>
          </a:p>
          <a:p>
            <a:pPr algn="ctr"/>
            <a:r>
              <a:rPr lang="en-US" sz="2400" dirty="0" err="1">
                <a:solidFill>
                  <a:schemeClr val="accent2"/>
                </a:solidFill>
                <a:cs typeface="Arial" panose="020B0604020202020204" pitchFamily="34" charset="0"/>
              </a:rPr>
              <a:t>Hiramis</a:t>
            </a:r>
            <a:r>
              <a:rPr lang="en-US" sz="2400" dirty="0">
                <a:solidFill>
                  <a:schemeClr val="accent2"/>
                </a:solidFill>
                <a:cs typeface="Arial" panose="020B0604020202020204" pitchFamily="34" charset="0"/>
              </a:rPr>
              <a:t>, John Brian</a:t>
            </a:r>
            <a:endParaRPr lang="en-PH" sz="2400" dirty="0">
              <a:solidFill>
                <a:schemeClr val="accent2"/>
              </a:solidFill>
              <a:cs typeface="Arial" panose="020B0604020202020204" pitchFamily="34" charset="0"/>
            </a:endParaRPr>
          </a:p>
          <a:p>
            <a:pPr algn="ctr"/>
            <a:r>
              <a:rPr lang="en-US" sz="2400" dirty="0">
                <a:solidFill>
                  <a:srgbClr val="FF0066"/>
                </a:solidFill>
                <a:cs typeface="Arial" panose="020B0604020202020204" pitchFamily="34" charset="0"/>
              </a:rPr>
              <a:t>Paz Pablo, </a:t>
            </a:r>
            <a:r>
              <a:rPr lang="en-US" sz="2400" dirty="0" err="1">
                <a:solidFill>
                  <a:srgbClr val="FF0066"/>
                </a:solidFill>
                <a:cs typeface="Arial" panose="020B0604020202020204" pitchFamily="34" charset="0"/>
              </a:rPr>
              <a:t>Virgilio</a:t>
            </a:r>
            <a:endParaRPr lang="en-PH" sz="2400" dirty="0">
              <a:solidFill>
                <a:srgbClr val="FF0066"/>
              </a:solidFill>
              <a:cs typeface="Arial" panose="020B0604020202020204" pitchFamily="34" charset="0"/>
            </a:endParaRPr>
          </a:p>
          <a:p>
            <a:pPr algn="ctr"/>
            <a:endParaRPr lang="en-PH" sz="2400" dirty="0">
              <a:cs typeface="Arial" panose="020B0604020202020204" pitchFamily="34" charset="0"/>
            </a:endParaRPr>
          </a:p>
        </p:txBody>
      </p:sp>
      <p:pic>
        <p:nvPicPr>
          <p:cNvPr id="15" name="Picture 14"/>
          <p:cNvPicPr>
            <a:picLocks noChangeAspect="1"/>
          </p:cNvPicPr>
          <p:nvPr/>
        </p:nvPicPr>
        <p:blipFill rotWithShape="1">
          <a:blip r:embed="rId3">
            <a:extLst>
              <a:ext uri="{28A0092B-C50C-407E-A947-70E740481C1C}">
                <a14:useLocalDpi xmlns:a14="http://schemas.microsoft.com/office/drawing/2010/main" val="0"/>
              </a:ext>
            </a:extLst>
          </a:blip>
          <a:srcRect l="3795" t="2762" r="4359" b="3419"/>
          <a:stretch/>
        </p:blipFill>
        <p:spPr>
          <a:xfrm>
            <a:off x="6678992" y="2152358"/>
            <a:ext cx="4012454" cy="3362178"/>
          </a:xfrm>
          <a:prstGeom prst="rect">
            <a:avLst/>
          </a:prstGeom>
          <a:scene3d>
            <a:camera prst="perspectiveRight"/>
            <a:lightRig rig="threePt" dir="t"/>
          </a:scene3d>
        </p:spPr>
      </p:pic>
      <p:cxnSp>
        <p:nvCxnSpPr>
          <p:cNvPr id="17" name="Straight Connector 16"/>
          <p:cNvCxnSpPr/>
          <p:nvPr/>
        </p:nvCxnSpPr>
        <p:spPr>
          <a:xfrm>
            <a:off x="815935" y="1955409"/>
            <a:ext cx="0" cy="4524315"/>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815935" y="6479724"/>
            <a:ext cx="4529794"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21" name="Straight Connector 20"/>
          <p:cNvCxnSpPr/>
          <p:nvPr/>
        </p:nvCxnSpPr>
        <p:spPr>
          <a:xfrm flipV="1">
            <a:off x="5345729" y="1955409"/>
            <a:ext cx="0" cy="4524315"/>
          </a:xfrm>
          <a:prstGeom prst="line">
            <a:avLst/>
          </a:prstGeom>
        </p:spPr>
        <p:style>
          <a:lnRef idx="3">
            <a:schemeClr val="accent6"/>
          </a:lnRef>
          <a:fillRef idx="0">
            <a:schemeClr val="accent6"/>
          </a:fillRef>
          <a:effectRef idx="2">
            <a:schemeClr val="accent6"/>
          </a:effectRef>
          <a:fontRef idx="minor">
            <a:schemeClr val="tx1"/>
          </a:fontRef>
        </p:style>
      </p:cxnSp>
      <p:cxnSp>
        <p:nvCxnSpPr>
          <p:cNvPr id="23" name="Straight Connector 22"/>
          <p:cNvCxnSpPr/>
          <p:nvPr/>
        </p:nvCxnSpPr>
        <p:spPr>
          <a:xfrm flipH="1">
            <a:off x="815935" y="1955409"/>
            <a:ext cx="4529794"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750272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842872" y="1950840"/>
            <a:ext cx="7666891" cy="4275722"/>
          </a:xfrm>
          <a:prstGeom prst="rect">
            <a:avLst/>
          </a:prstGeom>
        </p:spPr>
        <p:txBody>
          <a:bodyPr wrap="square">
            <a:spAutoFit/>
          </a:bodyPr>
          <a:lstStyle/>
          <a:p>
            <a:pPr algn="ctr">
              <a:lnSpc>
                <a:spcPct val="107000"/>
              </a:lnSpc>
              <a:spcAft>
                <a:spcPts val="800"/>
              </a:spcAft>
            </a:pPr>
            <a:r>
              <a:rPr lang="en-US" sz="3600" kern="0" dirty="0" smtClean="0">
                <a:effectLst/>
                <a:latin typeface="AR JULIAN" panose="02000000000000000000" pitchFamily="2" charset="0"/>
                <a:ea typeface="Calibri" panose="020F0502020204030204" pitchFamily="34" charset="0"/>
                <a:cs typeface="Arial" panose="020B0604020202020204" pitchFamily="34" charset="0"/>
              </a:rPr>
              <a:t>    TABLE OF CONTENT</a:t>
            </a:r>
            <a:r>
              <a:rPr lang="en-US" sz="3600" i="1" kern="0" dirty="0" smtClean="0">
                <a:effectLst/>
                <a:latin typeface="AR JULIAN" panose="02000000000000000000" pitchFamily="2" charset="0"/>
                <a:ea typeface="Calibri" panose="020F0502020204030204" pitchFamily="34" charset="0"/>
                <a:cs typeface="Arial" panose="020B0604020202020204" pitchFamily="34" charset="0"/>
              </a:rPr>
              <a:t> </a:t>
            </a:r>
            <a:endParaRPr lang="en-PH" sz="100" kern="150" dirty="0" smtClean="0">
              <a:latin typeface="Calibri" panose="020F0502020204030204" pitchFamily="34" charset="0"/>
              <a:ea typeface="SimSun" panose="02010600030101010101" pitchFamily="2" charset="-122"/>
              <a:cs typeface="Arial" panose="020B0604020202020204" pitchFamily="34" charset="0"/>
            </a:endParaRPr>
          </a:p>
          <a:p>
            <a:pPr algn="ctr">
              <a:lnSpc>
                <a:spcPct val="107000"/>
              </a:lnSpc>
              <a:spcAft>
                <a:spcPts val="800"/>
              </a:spcAft>
            </a:pPr>
            <a:r>
              <a:rPr lang="en-US" b="1" kern="0" dirty="0">
                <a:latin typeface="Arial" panose="020B0604020202020204" pitchFamily="34" charset="0"/>
                <a:ea typeface="Calibri" panose="020F0502020204030204" pitchFamily="34" charset="0"/>
                <a:cs typeface="F"/>
              </a:rPr>
              <a:t> </a:t>
            </a:r>
            <a:endParaRPr lang="en-PH" sz="1100" kern="150" dirty="0" smtClean="0">
              <a:effectLst/>
              <a:latin typeface="Calibri" panose="020F0502020204030204" pitchFamily="34" charset="0"/>
              <a:ea typeface="SimSun" panose="02010600030101010101" pitchFamily="2" charset="-122"/>
              <a:cs typeface="F"/>
            </a:endParaRPr>
          </a:p>
          <a:p>
            <a:pPr>
              <a:lnSpc>
                <a:spcPct val="107000"/>
              </a:lnSpc>
              <a:spcAft>
                <a:spcPts val="800"/>
              </a:spcAft>
            </a:pPr>
            <a:r>
              <a:rPr lang="en-US" b="1" kern="0" dirty="0">
                <a:latin typeface="Arial" panose="020B0604020202020204" pitchFamily="34" charset="0"/>
                <a:ea typeface="Calibri" panose="020F0502020204030204" pitchFamily="34" charset="0"/>
                <a:cs typeface="F"/>
              </a:rPr>
              <a:t>	</a:t>
            </a:r>
            <a:r>
              <a:rPr lang="en-US" kern="0" dirty="0">
                <a:solidFill>
                  <a:schemeClr val="accent5">
                    <a:lumMod val="50000"/>
                  </a:schemeClr>
                </a:solidFill>
                <a:latin typeface="AR JULIAN" panose="02000000000000000000" pitchFamily="2" charset="0"/>
                <a:ea typeface="Calibri" panose="020F0502020204030204" pitchFamily="34" charset="0"/>
                <a:cs typeface="F"/>
              </a:rPr>
              <a:t>Title of the System</a:t>
            </a:r>
            <a:r>
              <a:rPr lang="en-US" kern="0" dirty="0">
                <a:solidFill>
                  <a:schemeClr val="accent5">
                    <a:lumMod val="50000"/>
                  </a:schemeClr>
                </a:solidFill>
                <a:latin typeface="Arial" panose="020B0604020202020204" pitchFamily="34" charset="0"/>
                <a:ea typeface="Calibri" panose="020F0502020204030204" pitchFamily="34" charset="0"/>
                <a:cs typeface="F"/>
              </a:rPr>
              <a:t>?.................................................................</a:t>
            </a:r>
            <a:r>
              <a:rPr lang="en-US" kern="0" dirty="0" smtClean="0">
                <a:solidFill>
                  <a:schemeClr val="accent5">
                    <a:lumMod val="50000"/>
                  </a:schemeClr>
                </a:solidFill>
                <a:latin typeface="Arial" panose="020B0604020202020204" pitchFamily="34" charset="0"/>
                <a:ea typeface="Calibri" panose="020F0502020204030204" pitchFamily="34" charset="0"/>
                <a:cs typeface="F"/>
              </a:rPr>
              <a:t>1</a:t>
            </a:r>
            <a:endParaRPr lang="en-PH" sz="1100" kern="150" dirty="0" smtClean="0">
              <a:solidFill>
                <a:schemeClr val="accent5">
                  <a:lumMod val="50000"/>
                </a:schemeClr>
              </a:solidFill>
              <a:effectLst/>
              <a:latin typeface="Calibri" panose="020F0502020204030204" pitchFamily="34" charset="0"/>
              <a:ea typeface="SimSun" panose="02010600030101010101" pitchFamily="2" charset="-122"/>
              <a:cs typeface="F"/>
            </a:endParaRPr>
          </a:p>
          <a:p>
            <a:pPr>
              <a:lnSpc>
                <a:spcPct val="107000"/>
              </a:lnSpc>
              <a:spcAft>
                <a:spcPts val="800"/>
              </a:spcAft>
            </a:pPr>
            <a:r>
              <a:rPr lang="en-US" kern="0" dirty="0">
                <a:solidFill>
                  <a:schemeClr val="accent5">
                    <a:lumMod val="50000"/>
                  </a:schemeClr>
                </a:solidFill>
                <a:latin typeface="Arial" panose="020B0604020202020204" pitchFamily="34" charset="0"/>
                <a:ea typeface="Calibri" panose="020F0502020204030204" pitchFamily="34" charset="0"/>
                <a:cs typeface="F"/>
              </a:rPr>
              <a:t>	</a:t>
            </a:r>
            <a:r>
              <a:rPr lang="en-US" kern="0" dirty="0">
                <a:solidFill>
                  <a:schemeClr val="accent5">
                    <a:lumMod val="50000"/>
                  </a:schemeClr>
                </a:solidFill>
                <a:latin typeface="AR JULIAN" panose="02000000000000000000" pitchFamily="2" charset="0"/>
                <a:ea typeface="Calibri" panose="020F0502020204030204" pitchFamily="34" charset="0"/>
                <a:cs typeface="F"/>
              </a:rPr>
              <a:t>Process Description</a:t>
            </a:r>
            <a:r>
              <a:rPr lang="en-US" kern="0" dirty="0" smtClean="0">
                <a:solidFill>
                  <a:schemeClr val="accent5">
                    <a:lumMod val="50000"/>
                  </a:schemeClr>
                </a:solidFill>
                <a:latin typeface="Arial" panose="020B0604020202020204" pitchFamily="34" charset="0"/>
                <a:ea typeface="Calibri" panose="020F0502020204030204" pitchFamily="34" charset="0"/>
                <a:cs typeface="F"/>
              </a:rPr>
              <a:t>?.................................................................</a:t>
            </a:r>
            <a:r>
              <a:rPr lang="en-US" kern="0" dirty="0">
                <a:solidFill>
                  <a:schemeClr val="accent5">
                    <a:lumMod val="50000"/>
                  </a:schemeClr>
                </a:solidFill>
                <a:latin typeface="Arial" panose="020B0604020202020204" pitchFamily="34" charset="0"/>
                <a:ea typeface="Calibri" panose="020F0502020204030204" pitchFamily="34" charset="0"/>
                <a:cs typeface="F"/>
              </a:rPr>
              <a:t>3</a:t>
            </a:r>
            <a:endParaRPr lang="en-PH" sz="1100" kern="150" dirty="0" smtClean="0">
              <a:solidFill>
                <a:schemeClr val="accent5">
                  <a:lumMod val="50000"/>
                </a:schemeClr>
              </a:solidFill>
              <a:effectLst/>
              <a:latin typeface="Calibri" panose="020F0502020204030204" pitchFamily="34" charset="0"/>
              <a:ea typeface="SimSun" panose="02010600030101010101" pitchFamily="2" charset="-122"/>
              <a:cs typeface="F"/>
            </a:endParaRPr>
          </a:p>
          <a:p>
            <a:pPr>
              <a:lnSpc>
                <a:spcPct val="107000"/>
              </a:lnSpc>
              <a:spcAft>
                <a:spcPts val="800"/>
              </a:spcAft>
            </a:pPr>
            <a:r>
              <a:rPr lang="en-US" kern="0" dirty="0">
                <a:solidFill>
                  <a:schemeClr val="accent5">
                    <a:lumMod val="50000"/>
                  </a:schemeClr>
                </a:solidFill>
                <a:latin typeface="Arial" panose="020B0604020202020204" pitchFamily="34" charset="0"/>
                <a:ea typeface="Calibri" panose="020F0502020204030204" pitchFamily="34" charset="0"/>
                <a:cs typeface="F"/>
              </a:rPr>
              <a:t>	</a:t>
            </a:r>
            <a:r>
              <a:rPr lang="en-US" kern="0" dirty="0" smtClean="0">
                <a:solidFill>
                  <a:schemeClr val="accent5">
                    <a:lumMod val="50000"/>
                  </a:schemeClr>
                </a:solidFill>
                <a:latin typeface="AR JULIAN" panose="02000000000000000000" pitchFamily="2" charset="0"/>
                <a:ea typeface="Calibri" panose="020F0502020204030204" pitchFamily="34" charset="0"/>
                <a:cs typeface="F"/>
              </a:rPr>
              <a:t>Introduction</a:t>
            </a:r>
            <a:r>
              <a:rPr lang="en-US" kern="0" dirty="0" smtClean="0">
                <a:solidFill>
                  <a:schemeClr val="accent5">
                    <a:lumMod val="50000"/>
                  </a:schemeClr>
                </a:solidFill>
                <a:latin typeface="Arial" panose="020B0604020202020204" pitchFamily="34" charset="0"/>
                <a:ea typeface="Calibri" panose="020F0502020204030204" pitchFamily="34" charset="0"/>
                <a:cs typeface="F"/>
              </a:rPr>
              <a:t>?.............................................................................</a:t>
            </a:r>
            <a:r>
              <a:rPr lang="en-US" kern="0" dirty="0" smtClean="0">
                <a:solidFill>
                  <a:schemeClr val="accent5">
                    <a:lumMod val="50000"/>
                  </a:schemeClr>
                </a:solidFill>
                <a:latin typeface="Arial" panose="020B0604020202020204" pitchFamily="34" charset="0"/>
                <a:ea typeface="Calibri" panose="020F0502020204030204" pitchFamily="34" charset="0"/>
                <a:cs typeface="F"/>
              </a:rPr>
              <a:t>4</a:t>
            </a:r>
            <a:endParaRPr lang="en-PH" sz="1100" kern="150" dirty="0" smtClean="0">
              <a:solidFill>
                <a:schemeClr val="accent5">
                  <a:lumMod val="50000"/>
                </a:schemeClr>
              </a:solidFill>
              <a:effectLst/>
              <a:latin typeface="Calibri" panose="020F0502020204030204" pitchFamily="34" charset="0"/>
              <a:ea typeface="SimSun" panose="02010600030101010101" pitchFamily="2" charset="-122"/>
              <a:cs typeface="F"/>
            </a:endParaRPr>
          </a:p>
          <a:p>
            <a:pPr>
              <a:lnSpc>
                <a:spcPct val="107000"/>
              </a:lnSpc>
              <a:spcAft>
                <a:spcPts val="800"/>
              </a:spcAft>
            </a:pPr>
            <a:r>
              <a:rPr lang="en-US" kern="0" dirty="0">
                <a:solidFill>
                  <a:schemeClr val="accent5">
                    <a:lumMod val="50000"/>
                  </a:schemeClr>
                </a:solidFill>
                <a:latin typeface="Arial" panose="020B0604020202020204" pitchFamily="34" charset="0"/>
                <a:ea typeface="Calibri" panose="020F0502020204030204" pitchFamily="34" charset="0"/>
                <a:cs typeface="F"/>
              </a:rPr>
              <a:t>	</a:t>
            </a:r>
            <a:r>
              <a:rPr lang="en-US" kern="0" dirty="0">
                <a:solidFill>
                  <a:schemeClr val="accent5">
                    <a:lumMod val="50000"/>
                  </a:schemeClr>
                </a:solidFill>
                <a:latin typeface="AR JULIAN" panose="02000000000000000000" pitchFamily="2" charset="0"/>
                <a:ea typeface="Calibri" panose="020F0502020204030204" pitchFamily="34" charset="0"/>
                <a:cs typeface="F"/>
              </a:rPr>
              <a:t>Table Design</a:t>
            </a:r>
            <a:r>
              <a:rPr lang="en-US" kern="0" dirty="0" smtClean="0">
                <a:solidFill>
                  <a:schemeClr val="accent5">
                    <a:lumMod val="50000"/>
                  </a:schemeClr>
                </a:solidFill>
                <a:latin typeface="Arial" panose="020B0604020202020204" pitchFamily="34" charset="0"/>
                <a:ea typeface="Calibri" panose="020F0502020204030204" pitchFamily="34" charset="0"/>
                <a:cs typeface="F"/>
              </a:rPr>
              <a:t>?.............................................................................</a:t>
            </a:r>
            <a:r>
              <a:rPr lang="en-US" kern="0" dirty="0">
                <a:solidFill>
                  <a:schemeClr val="accent5">
                    <a:lumMod val="50000"/>
                  </a:schemeClr>
                </a:solidFill>
                <a:latin typeface="Arial" panose="020B0604020202020204" pitchFamily="34" charset="0"/>
                <a:ea typeface="Calibri" panose="020F0502020204030204" pitchFamily="34" charset="0"/>
                <a:cs typeface="F"/>
              </a:rPr>
              <a:t>5</a:t>
            </a:r>
            <a:endParaRPr lang="en-PH" sz="1100" kern="150" dirty="0" smtClean="0">
              <a:solidFill>
                <a:schemeClr val="accent5">
                  <a:lumMod val="50000"/>
                </a:schemeClr>
              </a:solidFill>
              <a:effectLst/>
              <a:latin typeface="Calibri" panose="020F0502020204030204" pitchFamily="34" charset="0"/>
              <a:ea typeface="SimSun" panose="02010600030101010101" pitchFamily="2" charset="-122"/>
              <a:cs typeface="F"/>
            </a:endParaRPr>
          </a:p>
          <a:p>
            <a:pPr>
              <a:lnSpc>
                <a:spcPct val="107000"/>
              </a:lnSpc>
              <a:spcAft>
                <a:spcPts val="800"/>
              </a:spcAft>
            </a:pPr>
            <a:r>
              <a:rPr lang="en-US" kern="0" dirty="0">
                <a:solidFill>
                  <a:schemeClr val="accent5">
                    <a:lumMod val="50000"/>
                  </a:schemeClr>
                </a:solidFill>
                <a:latin typeface="Arial" panose="020B0604020202020204" pitchFamily="34" charset="0"/>
                <a:ea typeface="Calibri" panose="020F0502020204030204" pitchFamily="34" charset="0"/>
                <a:cs typeface="F"/>
              </a:rPr>
              <a:t>	</a:t>
            </a:r>
            <a:r>
              <a:rPr lang="en-US" kern="0" dirty="0">
                <a:solidFill>
                  <a:schemeClr val="accent5">
                    <a:lumMod val="50000"/>
                  </a:schemeClr>
                </a:solidFill>
                <a:latin typeface="AR JULIAN" panose="02000000000000000000" pitchFamily="2" charset="0"/>
                <a:ea typeface="Calibri" panose="020F0502020204030204" pitchFamily="34" charset="0"/>
                <a:cs typeface="F"/>
              </a:rPr>
              <a:t>Project Details</a:t>
            </a:r>
            <a:r>
              <a:rPr lang="en-US" kern="0" dirty="0" smtClean="0">
                <a:solidFill>
                  <a:schemeClr val="accent5">
                    <a:lumMod val="50000"/>
                  </a:schemeClr>
                </a:solidFill>
                <a:latin typeface="Arial" panose="020B0604020202020204" pitchFamily="34" charset="0"/>
                <a:ea typeface="Calibri" panose="020F0502020204030204" pitchFamily="34" charset="0"/>
                <a:cs typeface="F"/>
              </a:rPr>
              <a:t>?........................................................................</a:t>
            </a:r>
            <a:r>
              <a:rPr lang="en-US" kern="0" dirty="0">
                <a:solidFill>
                  <a:schemeClr val="accent5">
                    <a:lumMod val="50000"/>
                  </a:schemeClr>
                </a:solidFill>
                <a:latin typeface="Arial" panose="020B0604020202020204" pitchFamily="34" charset="0"/>
                <a:ea typeface="Calibri" panose="020F0502020204030204" pitchFamily="34" charset="0"/>
                <a:cs typeface="F"/>
              </a:rPr>
              <a:t>6</a:t>
            </a:r>
            <a:endParaRPr lang="en-PH" sz="1100" kern="150" dirty="0" smtClean="0">
              <a:solidFill>
                <a:schemeClr val="accent5">
                  <a:lumMod val="50000"/>
                </a:schemeClr>
              </a:solidFill>
              <a:effectLst/>
              <a:latin typeface="Calibri" panose="020F0502020204030204" pitchFamily="34" charset="0"/>
              <a:ea typeface="SimSun" panose="02010600030101010101" pitchFamily="2" charset="-122"/>
              <a:cs typeface="F"/>
            </a:endParaRPr>
          </a:p>
          <a:p>
            <a:pPr>
              <a:lnSpc>
                <a:spcPct val="107000"/>
              </a:lnSpc>
              <a:spcAft>
                <a:spcPts val="800"/>
              </a:spcAft>
            </a:pPr>
            <a:r>
              <a:rPr lang="en-US" kern="0" dirty="0">
                <a:solidFill>
                  <a:schemeClr val="accent5">
                    <a:lumMod val="50000"/>
                  </a:schemeClr>
                </a:solidFill>
                <a:latin typeface="Arial" panose="020B0604020202020204" pitchFamily="34" charset="0"/>
                <a:ea typeface="Calibri" panose="020F0502020204030204" pitchFamily="34" charset="0"/>
                <a:cs typeface="F"/>
              </a:rPr>
              <a:t>	</a:t>
            </a:r>
            <a:r>
              <a:rPr lang="en-US" kern="0" dirty="0">
                <a:solidFill>
                  <a:schemeClr val="accent5">
                    <a:lumMod val="50000"/>
                  </a:schemeClr>
                </a:solidFill>
                <a:latin typeface="AR JULIAN" panose="02000000000000000000" pitchFamily="2" charset="0"/>
                <a:ea typeface="Calibri" panose="020F0502020204030204" pitchFamily="34" charset="0"/>
                <a:cs typeface="F"/>
              </a:rPr>
              <a:t>Conclusion</a:t>
            </a:r>
            <a:r>
              <a:rPr lang="en-US" kern="0" dirty="0" smtClean="0">
                <a:solidFill>
                  <a:schemeClr val="accent5">
                    <a:lumMod val="50000"/>
                  </a:schemeClr>
                </a:solidFill>
                <a:latin typeface="Arial" panose="020B0604020202020204" pitchFamily="34" charset="0"/>
                <a:ea typeface="Calibri" panose="020F0502020204030204" pitchFamily="34" charset="0"/>
                <a:cs typeface="F"/>
              </a:rPr>
              <a:t>?................................................................................</a:t>
            </a:r>
            <a:r>
              <a:rPr lang="en-US" kern="0" dirty="0">
                <a:solidFill>
                  <a:schemeClr val="accent5">
                    <a:lumMod val="50000"/>
                  </a:schemeClr>
                </a:solidFill>
                <a:latin typeface="Arial" panose="020B0604020202020204" pitchFamily="34" charset="0"/>
                <a:ea typeface="Calibri" panose="020F0502020204030204" pitchFamily="34" charset="0"/>
                <a:cs typeface="F"/>
              </a:rPr>
              <a:t>7</a:t>
            </a:r>
            <a:endParaRPr lang="en-PH" sz="1100" kern="150" dirty="0" smtClean="0">
              <a:solidFill>
                <a:schemeClr val="accent5">
                  <a:lumMod val="50000"/>
                </a:schemeClr>
              </a:solidFill>
              <a:effectLst/>
              <a:latin typeface="Calibri" panose="020F0502020204030204" pitchFamily="34" charset="0"/>
              <a:ea typeface="SimSun" panose="02010600030101010101" pitchFamily="2" charset="-122"/>
              <a:cs typeface="F"/>
            </a:endParaRPr>
          </a:p>
          <a:p>
            <a:pPr>
              <a:lnSpc>
                <a:spcPct val="107000"/>
              </a:lnSpc>
              <a:spcAft>
                <a:spcPts val="800"/>
              </a:spcAft>
            </a:pPr>
            <a:r>
              <a:rPr lang="en-US" kern="0" dirty="0">
                <a:solidFill>
                  <a:schemeClr val="accent5">
                    <a:lumMod val="50000"/>
                  </a:schemeClr>
                </a:solidFill>
                <a:latin typeface="Arial" panose="020B0604020202020204" pitchFamily="34" charset="0"/>
                <a:ea typeface="Calibri" panose="020F0502020204030204" pitchFamily="34" charset="0"/>
                <a:cs typeface="F"/>
              </a:rPr>
              <a:t>	</a:t>
            </a:r>
            <a:r>
              <a:rPr lang="en-US" kern="0" dirty="0" smtClean="0">
                <a:solidFill>
                  <a:schemeClr val="accent5">
                    <a:lumMod val="50000"/>
                  </a:schemeClr>
                </a:solidFill>
                <a:latin typeface="AR JULIAN" panose="02000000000000000000" pitchFamily="2" charset="0"/>
                <a:ea typeface="Calibri" panose="020F0502020204030204" pitchFamily="34" charset="0"/>
                <a:cs typeface="F"/>
              </a:rPr>
              <a:t>Advantages </a:t>
            </a:r>
            <a:r>
              <a:rPr lang="en-US" kern="0" dirty="0">
                <a:solidFill>
                  <a:schemeClr val="accent5">
                    <a:lumMod val="50000"/>
                  </a:schemeClr>
                </a:solidFill>
                <a:latin typeface="AR JULIAN" panose="02000000000000000000" pitchFamily="2" charset="0"/>
                <a:ea typeface="Calibri" panose="020F0502020204030204" pitchFamily="34" charset="0"/>
                <a:cs typeface="F"/>
              </a:rPr>
              <a:t>of (LMS</a:t>
            </a:r>
            <a:r>
              <a:rPr lang="en-US" kern="0" dirty="0" smtClean="0">
                <a:solidFill>
                  <a:schemeClr val="accent5">
                    <a:lumMod val="50000"/>
                  </a:schemeClr>
                </a:solidFill>
                <a:latin typeface="AR JULIAN" panose="02000000000000000000" pitchFamily="2" charset="0"/>
                <a:ea typeface="Calibri" panose="020F0502020204030204" pitchFamily="34" charset="0"/>
                <a:cs typeface="F"/>
              </a:rPr>
              <a:t>)</a:t>
            </a:r>
            <a:r>
              <a:rPr lang="en-US" kern="0" dirty="0" smtClean="0">
                <a:solidFill>
                  <a:schemeClr val="accent5">
                    <a:lumMod val="50000"/>
                  </a:schemeClr>
                </a:solidFill>
                <a:latin typeface="Arial" panose="020B0604020202020204" pitchFamily="34" charset="0"/>
                <a:ea typeface="Calibri" panose="020F0502020204030204" pitchFamily="34" charset="0"/>
                <a:cs typeface="F"/>
              </a:rPr>
              <a:t>?...............................................................</a:t>
            </a:r>
            <a:r>
              <a:rPr lang="en-US" kern="0" dirty="0">
                <a:solidFill>
                  <a:schemeClr val="accent5">
                    <a:lumMod val="50000"/>
                  </a:schemeClr>
                </a:solidFill>
                <a:latin typeface="Arial" panose="020B0604020202020204" pitchFamily="34" charset="0"/>
                <a:ea typeface="Calibri" panose="020F0502020204030204" pitchFamily="34" charset="0"/>
                <a:cs typeface="F"/>
              </a:rPr>
              <a:t>8</a:t>
            </a:r>
            <a:endParaRPr lang="en-PH" sz="1100" kern="150" dirty="0" smtClean="0">
              <a:solidFill>
                <a:schemeClr val="accent5">
                  <a:lumMod val="50000"/>
                </a:schemeClr>
              </a:solidFill>
              <a:effectLst/>
              <a:latin typeface="Calibri" panose="020F0502020204030204" pitchFamily="34" charset="0"/>
              <a:ea typeface="SimSun" panose="02010600030101010101" pitchFamily="2" charset="-122"/>
              <a:cs typeface="F"/>
            </a:endParaRPr>
          </a:p>
          <a:p>
            <a:pPr>
              <a:lnSpc>
                <a:spcPct val="107000"/>
              </a:lnSpc>
              <a:spcAft>
                <a:spcPts val="800"/>
              </a:spcAft>
            </a:pPr>
            <a:r>
              <a:rPr lang="en-US" kern="0" dirty="0">
                <a:solidFill>
                  <a:schemeClr val="accent5">
                    <a:lumMod val="50000"/>
                  </a:schemeClr>
                </a:solidFill>
                <a:latin typeface="Arial" panose="020B0604020202020204" pitchFamily="34" charset="0"/>
                <a:ea typeface="Calibri" panose="020F0502020204030204" pitchFamily="34" charset="0"/>
                <a:cs typeface="F"/>
              </a:rPr>
              <a:t>	</a:t>
            </a:r>
            <a:r>
              <a:rPr lang="en-US" kern="0" dirty="0">
                <a:solidFill>
                  <a:schemeClr val="accent5">
                    <a:lumMod val="50000"/>
                  </a:schemeClr>
                </a:solidFill>
                <a:latin typeface="AR JULIAN" panose="02000000000000000000" pitchFamily="2" charset="0"/>
                <a:ea typeface="Calibri" panose="020F0502020204030204" pitchFamily="34" charset="0"/>
                <a:cs typeface="F"/>
              </a:rPr>
              <a:t>Scope and Limitation</a:t>
            </a:r>
            <a:r>
              <a:rPr lang="en-US" kern="0" dirty="0" smtClean="0">
                <a:solidFill>
                  <a:schemeClr val="accent5">
                    <a:lumMod val="50000"/>
                  </a:schemeClr>
                </a:solidFill>
                <a:latin typeface="Arial" panose="020B0604020202020204" pitchFamily="34" charset="0"/>
                <a:ea typeface="Calibri" panose="020F0502020204030204" pitchFamily="34" charset="0"/>
                <a:cs typeface="F"/>
              </a:rPr>
              <a:t>?...............................................................</a:t>
            </a:r>
            <a:r>
              <a:rPr lang="en-US" kern="0" dirty="0">
                <a:solidFill>
                  <a:schemeClr val="accent5">
                    <a:lumMod val="50000"/>
                  </a:schemeClr>
                </a:solidFill>
                <a:latin typeface="Arial" panose="020B0604020202020204" pitchFamily="34" charset="0"/>
                <a:ea typeface="Calibri" panose="020F0502020204030204" pitchFamily="34" charset="0"/>
                <a:cs typeface="F"/>
              </a:rPr>
              <a:t>9</a:t>
            </a:r>
            <a:endParaRPr lang="en-PH" sz="1100" kern="150" dirty="0">
              <a:solidFill>
                <a:schemeClr val="accent5">
                  <a:lumMod val="50000"/>
                </a:schemeClr>
              </a:solidFill>
              <a:effectLst/>
              <a:latin typeface="Calibri" panose="020F0502020204030204" pitchFamily="34" charset="0"/>
              <a:ea typeface="SimSun" panose="02010600030101010101" pitchFamily="2" charset="-122"/>
              <a:cs typeface="F"/>
            </a:endParaRPr>
          </a:p>
        </p:txBody>
      </p:sp>
      <p:sp>
        <p:nvSpPr>
          <p:cNvPr id="5" name="TextBox 4"/>
          <p:cNvSpPr txBox="1"/>
          <p:nvPr/>
        </p:nvSpPr>
        <p:spPr>
          <a:xfrm>
            <a:off x="506440" y="98474"/>
            <a:ext cx="2433680" cy="1569660"/>
          </a:xfrm>
          <a:prstGeom prst="rect">
            <a:avLst/>
          </a:prstGeom>
          <a:noFill/>
        </p:spPr>
        <p:txBody>
          <a:bodyPr wrap="none" rtlCol="0">
            <a:spAutoFit/>
          </a:bodyPr>
          <a:lstStyle/>
          <a:p>
            <a:r>
              <a:rPr lang="en-PH" sz="9600" dirty="0" smtClean="0">
                <a:solidFill>
                  <a:srgbClr val="0000FF"/>
                </a:solidFill>
                <a:latin typeface="AR JULIAN" panose="02000000000000000000" pitchFamily="2" charset="0"/>
              </a:rPr>
              <a:t>L</a:t>
            </a:r>
            <a:r>
              <a:rPr lang="en-PH" sz="9600" dirty="0" smtClean="0">
                <a:solidFill>
                  <a:srgbClr val="FF0000"/>
                </a:solidFill>
                <a:latin typeface="AR JULIAN" panose="02000000000000000000" pitchFamily="2" charset="0"/>
              </a:rPr>
              <a:t>M</a:t>
            </a:r>
            <a:r>
              <a:rPr lang="en-PH" sz="9600" dirty="0" smtClean="0">
                <a:solidFill>
                  <a:srgbClr val="008000"/>
                </a:solidFill>
                <a:latin typeface="AR JULIAN" panose="02000000000000000000" pitchFamily="2" charset="0"/>
              </a:rPr>
              <a:t>S</a:t>
            </a:r>
            <a:endParaRPr lang="en-PH" sz="9600" dirty="0">
              <a:solidFill>
                <a:srgbClr val="008000"/>
              </a:solidFill>
              <a:latin typeface="AR JULIAN" panose="02000000000000000000" pitchFamily="2" charset="0"/>
            </a:endParaRPr>
          </a:p>
        </p:txBody>
      </p:sp>
      <p:sp>
        <p:nvSpPr>
          <p:cNvPr id="6" name="TextBox 5"/>
          <p:cNvSpPr txBox="1"/>
          <p:nvPr/>
        </p:nvSpPr>
        <p:spPr>
          <a:xfrm>
            <a:off x="3277770" y="661720"/>
            <a:ext cx="7597593" cy="646331"/>
          </a:xfrm>
          <a:prstGeom prst="rect">
            <a:avLst/>
          </a:prstGeom>
          <a:noFill/>
        </p:spPr>
        <p:txBody>
          <a:bodyPr wrap="none" rtlCol="0">
            <a:spAutoFit/>
          </a:bodyPr>
          <a:lstStyle/>
          <a:p>
            <a:r>
              <a:rPr lang="en-PH" sz="3600" dirty="0" smtClean="0">
                <a:solidFill>
                  <a:srgbClr val="0000FF"/>
                </a:solidFill>
                <a:latin typeface="Arial" panose="020B0604020202020204" pitchFamily="34" charset="0"/>
                <a:cs typeface="Arial" panose="020B0604020202020204" pitchFamily="34" charset="0"/>
              </a:rPr>
              <a:t>LIBRARY</a:t>
            </a:r>
            <a:r>
              <a:rPr lang="en-PH" sz="3600" dirty="0" smtClean="0">
                <a:latin typeface="Arial" panose="020B0604020202020204" pitchFamily="34" charset="0"/>
                <a:cs typeface="Arial" panose="020B0604020202020204" pitchFamily="34" charset="0"/>
              </a:rPr>
              <a:t> </a:t>
            </a:r>
            <a:r>
              <a:rPr lang="en-PH" sz="3600" dirty="0" smtClean="0">
                <a:solidFill>
                  <a:srgbClr val="FF0000"/>
                </a:solidFill>
                <a:latin typeface="Arial" panose="020B0604020202020204" pitchFamily="34" charset="0"/>
                <a:cs typeface="Arial" panose="020B0604020202020204" pitchFamily="34" charset="0"/>
              </a:rPr>
              <a:t>MANAGEMENT</a:t>
            </a:r>
            <a:r>
              <a:rPr lang="en-PH" sz="3600" dirty="0" smtClean="0">
                <a:latin typeface="Arial" panose="020B0604020202020204" pitchFamily="34" charset="0"/>
                <a:cs typeface="Arial" panose="020B0604020202020204" pitchFamily="34" charset="0"/>
              </a:rPr>
              <a:t> </a:t>
            </a:r>
            <a:r>
              <a:rPr lang="en-PH" sz="3600" dirty="0" smtClean="0">
                <a:solidFill>
                  <a:srgbClr val="008000"/>
                </a:solidFill>
                <a:latin typeface="Arial" panose="020B0604020202020204" pitchFamily="34" charset="0"/>
                <a:cs typeface="Arial" panose="020B0604020202020204" pitchFamily="34" charset="0"/>
              </a:rPr>
              <a:t>SYSTEM</a:t>
            </a:r>
            <a:endParaRPr lang="en-PH" sz="3600" dirty="0">
              <a:solidFill>
                <a:srgbClr val="008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7948460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06440" y="98474"/>
            <a:ext cx="2433680" cy="1569660"/>
          </a:xfrm>
          <a:prstGeom prst="rect">
            <a:avLst/>
          </a:prstGeom>
          <a:noFill/>
        </p:spPr>
        <p:txBody>
          <a:bodyPr wrap="none" rtlCol="0">
            <a:spAutoFit/>
          </a:bodyPr>
          <a:lstStyle/>
          <a:p>
            <a:r>
              <a:rPr lang="en-PH" sz="9600" dirty="0" smtClean="0">
                <a:solidFill>
                  <a:srgbClr val="0000FF"/>
                </a:solidFill>
                <a:latin typeface="AR JULIAN" panose="02000000000000000000" pitchFamily="2" charset="0"/>
              </a:rPr>
              <a:t>L</a:t>
            </a:r>
            <a:r>
              <a:rPr lang="en-PH" sz="9600" dirty="0" smtClean="0">
                <a:solidFill>
                  <a:srgbClr val="FF0000"/>
                </a:solidFill>
                <a:latin typeface="AR JULIAN" panose="02000000000000000000" pitchFamily="2" charset="0"/>
              </a:rPr>
              <a:t>M</a:t>
            </a:r>
            <a:r>
              <a:rPr lang="en-PH" sz="9600" dirty="0" smtClean="0">
                <a:solidFill>
                  <a:srgbClr val="008000"/>
                </a:solidFill>
                <a:latin typeface="AR JULIAN" panose="02000000000000000000" pitchFamily="2" charset="0"/>
              </a:rPr>
              <a:t>S</a:t>
            </a:r>
            <a:endParaRPr lang="en-PH" sz="9600" dirty="0">
              <a:solidFill>
                <a:srgbClr val="008000"/>
              </a:solidFill>
              <a:latin typeface="AR JULIAN" panose="02000000000000000000" pitchFamily="2" charset="0"/>
            </a:endParaRPr>
          </a:p>
        </p:txBody>
      </p:sp>
      <p:sp>
        <p:nvSpPr>
          <p:cNvPr id="5" name="TextBox 4"/>
          <p:cNvSpPr txBox="1"/>
          <p:nvPr/>
        </p:nvSpPr>
        <p:spPr>
          <a:xfrm>
            <a:off x="3277770" y="661720"/>
            <a:ext cx="7597593" cy="646331"/>
          </a:xfrm>
          <a:prstGeom prst="rect">
            <a:avLst/>
          </a:prstGeom>
          <a:noFill/>
        </p:spPr>
        <p:txBody>
          <a:bodyPr wrap="none" rtlCol="0">
            <a:spAutoFit/>
          </a:bodyPr>
          <a:lstStyle/>
          <a:p>
            <a:r>
              <a:rPr lang="en-PH" sz="3600" dirty="0" smtClean="0">
                <a:solidFill>
                  <a:srgbClr val="0000FF"/>
                </a:solidFill>
                <a:latin typeface="Arial" panose="020B0604020202020204" pitchFamily="34" charset="0"/>
                <a:cs typeface="Arial" panose="020B0604020202020204" pitchFamily="34" charset="0"/>
              </a:rPr>
              <a:t>LIBRARY</a:t>
            </a:r>
            <a:r>
              <a:rPr lang="en-PH" sz="3600" dirty="0" smtClean="0">
                <a:latin typeface="Arial" panose="020B0604020202020204" pitchFamily="34" charset="0"/>
                <a:cs typeface="Arial" panose="020B0604020202020204" pitchFamily="34" charset="0"/>
              </a:rPr>
              <a:t> </a:t>
            </a:r>
            <a:r>
              <a:rPr lang="en-PH" sz="3600" dirty="0" smtClean="0">
                <a:solidFill>
                  <a:srgbClr val="FF0000"/>
                </a:solidFill>
                <a:latin typeface="Arial" panose="020B0604020202020204" pitchFamily="34" charset="0"/>
                <a:cs typeface="Arial" panose="020B0604020202020204" pitchFamily="34" charset="0"/>
              </a:rPr>
              <a:t>MANAGEMENT</a:t>
            </a:r>
            <a:r>
              <a:rPr lang="en-PH" sz="3600" dirty="0" smtClean="0">
                <a:latin typeface="Arial" panose="020B0604020202020204" pitchFamily="34" charset="0"/>
                <a:cs typeface="Arial" panose="020B0604020202020204" pitchFamily="34" charset="0"/>
              </a:rPr>
              <a:t> </a:t>
            </a:r>
            <a:r>
              <a:rPr lang="en-PH" sz="3600" dirty="0" smtClean="0">
                <a:solidFill>
                  <a:srgbClr val="008000"/>
                </a:solidFill>
                <a:latin typeface="Arial" panose="020B0604020202020204" pitchFamily="34" charset="0"/>
                <a:cs typeface="Arial" panose="020B0604020202020204" pitchFamily="34" charset="0"/>
              </a:rPr>
              <a:t>SYSTEM</a:t>
            </a:r>
            <a:endParaRPr lang="en-PH" sz="3600" dirty="0">
              <a:solidFill>
                <a:srgbClr val="008000"/>
              </a:solidFill>
              <a:latin typeface="Arial" panose="020B0604020202020204" pitchFamily="34" charset="0"/>
              <a:cs typeface="Arial" panose="020B0604020202020204" pitchFamily="34" charset="0"/>
            </a:endParaRPr>
          </a:p>
        </p:txBody>
      </p:sp>
      <p:sp>
        <p:nvSpPr>
          <p:cNvPr id="6" name="Rectangle 5"/>
          <p:cNvSpPr/>
          <p:nvPr/>
        </p:nvSpPr>
        <p:spPr>
          <a:xfrm>
            <a:off x="943577" y="1993044"/>
            <a:ext cx="9931786" cy="4388445"/>
          </a:xfrm>
          <a:prstGeom prst="rect">
            <a:avLst/>
          </a:prstGeom>
        </p:spPr>
        <p:txBody>
          <a:bodyPr wrap="square">
            <a:spAutoFit/>
          </a:bodyPr>
          <a:lstStyle/>
          <a:p>
            <a:pPr algn="ctr">
              <a:lnSpc>
                <a:spcPct val="107000"/>
              </a:lnSpc>
              <a:spcAft>
                <a:spcPts val="800"/>
              </a:spcAft>
            </a:pPr>
            <a:r>
              <a:rPr lang="en-US" sz="3600" kern="0" dirty="0" smtClean="0">
                <a:effectLst/>
                <a:latin typeface="AR JULIAN" panose="02000000000000000000" pitchFamily="2" charset="0"/>
                <a:ea typeface="Calibri" panose="020F0502020204030204" pitchFamily="34" charset="0"/>
                <a:cs typeface="Arial" panose="020B0604020202020204" pitchFamily="34" charset="0"/>
              </a:rPr>
              <a:t>    PROCESS DESCRIPTION</a:t>
            </a:r>
            <a:r>
              <a:rPr lang="en-US" sz="3600" i="1" kern="0" dirty="0" smtClean="0">
                <a:effectLst/>
                <a:latin typeface="AR JULIAN" panose="02000000000000000000" pitchFamily="2" charset="0"/>
                <a:ea typeface="Calibri" panose="020F0502020204030204" pitchFamily="34" charset="0"/>
                <a:cs typeface="Arial" panose="020B0604020202020204" pitchFamily="34" charset="0"/>
              </a:rPr>
              <a:t> </a:t>
            </a:r>
            <a:endParaRPr lang="en-US" sz="100" i="1" kern="0" dirty="0" smtClean="0">
              <a:effectLst/>
              <a:latin typeface="AR JULIAN" panose="02000000000000000000" pitchFamily="2" charset="0"/>
              <a:ea typeface="Calibri" panose="020F0502020204030204" pitchFamily="34" charset="0"/>
              <a:cs typeface="Arial" panose="020B0604020202020204" pitchFamily="34" charset="0"/>
            </a:endParaRPr>
          </a:p>
          <a:p>
            <a:pPr algn="ctr">
              <a:lnSpc>
                <a:spcPct val="107000"/>
              </a:lnSpc>
              <a:spcAft>
                <a:spcPts val="800"/>
              </a:spcAft>
            </a:pPr>
            <a:endParaRPr lang="en-US" sz="100" i="1" kern="0" dirty="0">
              <a:latin typeface="AR JULIAN" panose="02000000000000000000" pitchFamily="2" charset="0"/>
              <a:ea typeface="SimSun" panose="02010600030101010101" pitchFamily="2" charset="-122"/>
              <a:cs typeface="Arial" panose="020B0604020202020204" pitchFamily="34" charset="0"/>
            </a:endParaRPr>
          </a:p>
          <a:p>
            <a:pPr algn="ctr">
              <a:lnSpc>
                <a:spcPct val="107000"/>
              </a:lnSpc>
              <a:spcAft>
                <a:spcPts val="800"/>
              </a:spcAft>
            </a:pPr>
            <a:endParaRPr lang="en-PH" sz="100" kern="150" dirty="0" smtClean="0">
              <a:latin typeface="Calibri" panose="020F0502020204030204" pitchFamily="34" charset="0"/>
              <a:ea typeface="SimSun" panose="02010600030101010101" pitchFamily="2" charset="-122"/>
              <a:cs typeface="Arial" panose="020B0604020202020204" pitchFamily="34" charset="0"/>
            </a:endParaRPr>
          </a:p>
          <a:p>
            <a:pPr marL="228600" indent="-228600">
              <a:lnSpc>
                <a:spcPct val="107000"/>
              </a:lnSpc>
              <a:spcAft>
                <a:spcPts val="800"/>
              </a:spcAft>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We </a:t>
            </a:r>
            <a:r>
              <a:rPr lang="en-PH" dirty="0">
                <a:solidFill>
                  <a:schemeClr val="accent5">
                    <a:lumMod val="50000"/>
                  </a:schemeClr>
                </a:solidFill>
                <a:latin typeface="AR JULIAN" panose="02000000000000000000" pitchFamily="2" charset="0"/>
              </a:rPr>
              <a:t>have a login page from where its user can access. Provided for working staff members, student and also Admin. Accounts will be manage by Admin and to access the library resources, student have to register by using their own personal information regarding to registration form. After successful registration they will be provided the login facility. Student can search books by using unique identity or by author name, title of the books and also provided by books details such as where it is located</a:t>
            </a:r>
            <a:r>
              <a:rPr lang="en-PH" dirty="0" smtClean="0">
                <a:solidFill>
                  <a:schemeClr val="accent5">
                    <a:lumMod val="50000"/>
                  </a:schemeClr>
                </a:solidFill>
                <a:latin typeface="AR JULIAN" panose="02000000000000000000" pitchFamily="2" charset="0"/>
              </a:rPr>
              <a:t>.</a:t>
            </a:r>
          </a:p>
          <a:p>
            <a:pPr marL="228600" indent="-228600">
              <a:lnSpc>
                <a:spcPct val="107000"/>
              </a:lnSpc>
              <a:spcAft>
                <a:spcPts val="800"/>
              </a:spcAft>
              <a:buFont typeface="Wingdings" panose="05000000000000000000" pitchFamily="2" charset="2"/>
              <a:buChar char="Ø"/>
            </a:pPr>
            <a:r>
              <a:rPr lang="en-US" dirty="0">
                <a:solidFill>
                  <a:schemeClr val="accent5">
                    <a:lumMod val="50000"/>
                  </a:schemeClr>
                </a:solidFill>
                <a:latin typeface="AR JULIAN" panose="02000000000000000000" pitchFamily="2" charset="0"/>
              </a:rPr>
              <a:t>If any student lost their books, it should be informed to library working staff member or in the Admin where they can made changes to their account and take appropriate actions. For receiving books from the Library Management System student have to use their code which provide by working staff member under by Admin to scan and add particular books into their account. </a:t>
            </a:r>
            <a:endParaRPr lang="en-PH" sz="1100" kern="150" dirty="0" smtClean="0">
              <a:solidFill>
                <a:schemeClr val="accent5">
                  <a:lumMod val="50000"/>
                </a:schemeClr>
              </a:solidFill>
              <a:effectLst/>
              <a:latin typeface="AR JULIAN" panose="02000000000000000000" pitchFamily="2" charset="0"/>
              <a:ea typeface="SimSun" panose="02010600030101010101" pitchFamily="2" charset="-122"/>
              <a:cs typeface="F"/>
            </a:endParaRPr>
          </a:p>
        </p:txBody>
      </p:sp>
    </p:spTree>
    <p:extLst>
      <p:ext uri="{BB962C8B-B14F-4D97-AF65-F5344CB8AC3E}">
        <p14:creationId xmlns:p14="http://schemas.microsoft.com/office/powerpoint/2010/main" val="350093666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46015" y="1506433"/>
            <a:ext cx="9882566" cy="5366084"/>
          </a:xfrm>
          <a:prstGeom prst="rect">
            <a:avLst/>
          </a:prstGeom>
        </p:spPr>
        <p:txBody>
          <a:bodyPr wrap="square">
            <a:spAutoFit/>
          </a:bodyPr>
          <a:lstStyle/>
          <a:p>
            <a:pPr algn="ctr">
              <a:lnSpc>
                <a:spcPct val="115000"/>
              </a:lnSpc>
            </a:pPr>
            <a:r>
              <a:rPr lang="en-PH" sz="3600" dirty="0" smtClean="0">
                <a:effectLst/>
                <a:latin typeface="AR JULIAN" panose="02000000000000000000" pitchFamily="2" charset="0"/>
                <a:ea typeface="Calibri" panose="020F0502020204030204" pitchFamily="34" charset="0"/>
                <a:cs typeface="Arial" panose="020B0604020202020204" pitchFamily="34" charset="0"/>
              </a:rPr>
              <a:t>INTRODUCTION</a:t>
            </a:r>
            <a:r>
              <a:rPr lang="en-US" sz="24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rPr>
              <a:t> </a:t>
            </a: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marL="171450" indent="-171450">
              <a:lnSpc>
                <a:spcPct val="115000"/>
              </a:lnSpc>
              <a:buFont typeface="Wingdings" panose="05000000000000000000" pitchFamily="2" charset="2"/>
              <a:buChar char="Ø"/>
            </a:pPr>
            <a:r>
              <a:rPr lang="en-US" dirty="0">
                <a:solidFill>
                  <a:schemeClr val="accent5">
                    <a:lumMod val="50000"/>
                  </a:schemeClr>
                </a:solidFill>
                <a:latin typeface="AR JULIAN" panose="02000000000000000000" pitchFamily="2" charset="0"/>
              </a:rPr>
              <a:t>Library Management System is a program that manage collection of data or information which includes </a:t>
            </a:r>
            <a:r>
              <a:rPr lang="en-US" dirty="0" smtClean="0">
                <a:solidFill>
                  <a:schemeClr val="accent5">
                    <a:lumMod val="50000"/>
                  </a:schemeClr>
                </a:solidFill>
                <a:latin typeface="AR JULIAN" panose="02000000000000000000" pitchFamily="2" charset="0"/>
              </a:rPr>
              <a:t>;</a:t>
            </a:r>
          </a:p>
          <a:p>
            <a:pPr marL="171450" indent="-171450">
              <a:lnSpc>
                <a:spcPct val="115000"/>
              </a:lnSpc>
              <a:buFont typeface="Wingdings" panose="05000000000000000000" pitchFamily="2" charset="2"/>
              <a:buChar char="Ø"/>
            </a:pPr>
            <a:r>
              <a:rPr lang="en-US" dirty="0">
                <a:solidFill>
                  <a:schemeClr val="accent5">
                    <a:lumMod val="50000"/>
                  </a:schemeClr>
                </a:solidFill>
                <a:latin typeface="AR JULIAN" panose="02000000000000000000" pitchFamily="2" charset="0"/>
              </a:rPr>
              <a:t>A</a:t>
            </a:r>
            <a:r>
              <a:rPr lang="en-US" dirty="0" smtClean="0">
                <a:solidFill>
                  <a:schemeClr val="accent5">
                    <a:lumMod val="50000"/>
                  </a:schemeClr>
                </a:solidFill>
                <a:latin typeface="AR JULIAN" panose="02000000000000000000" pitchFamily="2" charset="0"/>
              </a:rPr>
              <a:t>dding </a:t>
            </a:r>
            <a:r>
              <a:rPr lang="en-US" dirty="0">
                <a:solidFill>
                  <a:schemeClr val="accent5">
                    <a:lumMod val="50000"/>
                  </a:schemeClr>
                </a:solidFill>
                <a:latin typeface="AR JULIAN" panose="02000000000000000000" pitchFamily="2" charset="0"/>
              </a:rPr>
              <a:t>new user, issuing, returning and reissuing </a:t>
            </a:r>
            <a:r>
              <a:rPr lang="en-US" dirty="0" smtClean="0">
                <a:solidFill>
                  <a:schemeClr val="accent5">
                    <a:lumMod val="50000"/>
                  </a:schemeClr>
                </a:solidFill>
                <a:latin typeface="AR JULIAN" panose="02000000000000000000" pitchFamily="2" charset="0"/>
              </a:rPr>
              <a:t>books.</a:t>
            </a:r>
          </a:p>
          <a:p>
            <a:pPr marL="171450" indent="-171450">
              <a:lnSpc>
                <a:spcPct val="115000"/>
              </a:lnSpc>
              <a:buFont typeface="Wingdings" panose="05000000000000000000" pitchFamily="2" charset="2"/>
              <a:buChar char="Ø"/>
            </a:pPr>
            <a:r>
              <a:rPr lang="en-US" dirty="0" smtClean="0">
                <a:solidFill>
                  <a:schemeClr val="accent5">
                    <a:lumMod val="50000"/>
                  </a:schemeClr>
                </a:solidFill>
                <a:latin typeface="AR JULIAN" panose="02000000000000000000" pitchFamily="2" charset="0"/>
              </a:rPr>
              <a:t>Updating new user, issuing, returning and reissuing books.</a:t>
            </a:r>
            <a:endParaRPr lang="en-US" dirty="0">
              <a:solidFill>
                <a:schemeClr val="accent5">
                  <a:lumMod val="50000"/>
                </a:schemeClr>
              </a:solidFill>
              <a:latin typeface="AR JULIAN" panose="02000000000000000000" pitchFamily="2" charset="0"/>
            </a:endParaRPr>
          </a:p>
          <a:p>
            <a:pPr marL="171450" indent="-171450">
              <a:lnSpc>
                <a:spcPct val="115000"/>
              </a:lnSpc>
              <a:buFont typeface="Wingdings" panose="05000000000000000000" pitchFamily="2" charset="2"/>
              <a:buChar char="Ø"/>
            </a:pPr>
            <a:r>
              <a:rPr lang="en-US" dirty="0" smtClean="0">
                <a:solidFill>
                  <a:schemeClr val="accent5">
                    <a:lumMod val="50000"/>
                  </a:schemeClr>
                </a:solidFill>
                <a:latin typeface="AR JULIAN" panose="02000000000000000000" pitchFamily="2" charset="0"/>
              </a:rPr>
              <a:t>Deleting new user, issuing, returning and reissuing books.</a:t>
            </a:r>
          </a:p>
          <a:p>
            <a:pPr marL="171450" indent="-171450">
              <a:lnSpc>
                <a:spcPct val="115000"/>
              </a:lnSpc>
              <a:buFont typeface="Wingdings" panose="05000000000000000000" pitchFamily="2" charset="2"/>
              <a:buChar char="Ø"/>
            </a:pPr>
            <a:r>
              <a:rPr lang="en-US" dirty="0" smtClean="0">
                <a:solidFill>
                  <a:schemeClr val="accent5">
                    <a:lumMod val="50000"/>
                  </a:schemeClr>
                </a:solidFill>
                <a:latin typeface="AR JULIAN" panose="02000000000000000000" pitchFamily="2" charset="0"/>
              </a:rPr>
              <a:t>Collecting for book back.</a:t>
            </a:r>
          </a:p>
          <a:p>
            <a:pPr marL="171450" indent="-171450">
              <a:lnSpc>
                <a:spcPct val="115000"/>
              </a:lnSpc>
              <a:buFont typeface="Wingdings" panose="05000000000000000000" pitchFamily="2" charset="2"/>
              <a:buChar char="Ø"/>
            </a:pPr>
            <a:r>
              <a:rPr lang="en-US" dirty="0" smtClean="0">
                <a:solidFill>
                  <a:schemeClr val="accent5">
                    <a:lumMod val="50000"/>
                  </a:schemeClr>
                </a:solidFill>
                <a:latin typeface="AR JULIAN" panose="02000000000000000000" pitchFamily="2" charset="0"/>
              </a:rPr>
              <a:t>Searching for book users.</a:t>
            </a:r>
          </a:p>
          <a:p>
            <a:pPr marL="171450" indent="-171450">
              <a:lnSpc>
                <a:spcPct val="115000"/>
              </a:lnSpc>
              <a:buFont typeface="Wingdings" panose="05000000000000000000" pitchFamily="2" charset="2"/>
              <a:buChar char="Ø"/>
            </a:pPr>
            <a:r>
              <a:rPr lang="en-US" dirty="0">
                <a:solidFill>
                  <a:schemeClr val="accent5">
                    <a:lumMod val="50000"/>
                  </a:schemeClr>
                </a:solidFill>
                <a:latin typeface="AR JULIAN" panose="02000000000000000000" pitchFamily="2" charset="0"/>
              </a:rPr>
              <a:t>In our project we will be able to classify user as staff or students. Classifying users allow the books issue controls, fine rates base on the classification. Example for students we will able to issue two books at the fine or penalty for late returning. What more we can change this setting based on our needs but we have to set this value just one and not every time the program begun. We have used setting class to implement this.</a:t>
            </a:r>
            <a:endParaRPr lang="en-US" dirty="0" smtClean="0">
              <a:solidFill>
                <a:schemeClr val="accent5">
                  <a:lumMod val="50000"/>
                </a:schemeClr>
              </a:solidFill>
              <a:latin typeface="AR JULIAN" panose="02000000000000000000" pitchFamily="2" charset="0"/>
            </a:endParaRPr>
          </a:p>
          <a:p>
            <a:pPr marL="171450" indent="-171450">
              <a:lnSpc>
                <a:spcPct val="115000"/>
              </a:lnSpc>
              <a:buFont typeface="Wingdings" panose="05000000000000000000" pitchFamily="2" charset="2"/>
              <a:buChar char="Ø"/>
            </a:pPr>
            <a:endParaRPr lang="en-US" dirty="0" smtClean="0">
              <a:solidFill>
                <a:schemeClr val="accent5">
                  <a:lumMod val="50000"/>
                </a:schemeClr>
              </a:solidFill>
            </a:endParaRPr>
          </a:p>
        </p:txBody>
      </p:sp>
      <p:sp>
        <p:nvSpPr>
          <p:cNvPr id="5" name="TextBox 4"/>
          <p:cNvSpPr txBox="1"/>
          <p:nvPr/>
        </p:nvSpPr>
        <p:spPr>
          <a:xfrm>
            <a:off x="506440" y="98474"/>
            <a:ext cx="2433680" cy="1569660"/>
          </a:xfrm>
          <a:prstGeom prst="rect">
            <a:avLst/>
          </a:prstGeom>
          <a:noFill/>
        </p:spPr>
        <p:txBody>
          <a:bodyPr wrap="none" rtlCol="0">
            <a:spAutoFit/>
          </a:bodyPr>
          <a:lstStyle/>
          <a:p>
            <a:r>
              <a:rPr lang="en-PH" sz="9600" dirty="0" smtClean="0">
                <a:solidFill>
                  <a:srgbClr val="0000FF"/>
                </a:solidFill>
                <a:latin typeface="AR JULIAN" panose="02000000000000000000" pitchFamily="2" charset="0"/>
              </a:rPr>
              <a:t>L</a:t>
            </a:r>
            <a:r>
              <a:rPr lang="en-PH" sz="9600" dirty="0" smtClean="0">
                <a:solidFill>
                  <a:srgbClr val="FF0000"/>
                </a:solidFill>
                <a:latin typeface="AR JULIAN" panose="02000000000000000000" pitchFamily="2" charset="0"/>
              </a:rPr>
              <a:t>M</a:t>
            </a:r>
            <a:r>
              <a:rPr lang="en-PH" sz="9600" dirty="0" smtClean="0">
                <a:solidFill>
                  <a:srgbClr val="008000"/>
                </a:solidFill>
                <a:latin typeface="AR JULIAN" panose="02000000000000000000" pitchFamily="2" charset="0"/>
              </a:rPr>
              <a:t>S</a:t>
            </a:r>
            <a:endParaRPr lang="en-PH" sz="9600" dirty="0">
              <a:solidFill>
                <a:srgbClr val="008000"/>
              </a:solidFill>
              <a:latin typeface="AR JULIAN" panose="02000000000000000000" pitchFamily="2" charset="0"/>
            </a:endParaRPr>
          </a:p>
        </p:txBody>
      </p:sp>
      <p:sp>
        <p:nvSpPr>
          <p:cNvPr id="6" name="TextBox 5"/>
          <p:cNvSpPr txBox="1"/>
          <p:nvPr/>
        </p:nvSpPr>
        <p:spPr>
          <a:xfrm>
            <a:off x="3277770" y="661720"/>
            <a:ext cx="7597593" cy="646331"/>
          </a:xfrm>
          <a:prstGeom prst="rect">
            <a:avLst/>
          </a:prstGeom>
          <a:noFill/>
        </p:spPr>
        <p:txBody>
          <a:bodyPr wrap="none" rtlCol="0">
            <a:spAutoFit/>
          </a:bodyPr>
          <a:lstStyle/>
          <a:p>
            <a:r>
              <a:rPr lang="en-PH" sz="3600" dirty="0" smtClean="0">
                <a:solidFill>
                  <a:srgbClr val="0000FF"/>
                </a:solidFill>
                <a:latin typeface="Arial" panose="020B0604020202020204" pitchFamily="34" charset="0"/>
                <a:cs typeface="Arial" panose="020B0604020202020204" pitchFamily="34" charset="0"/>
              </a:rPr>
              <a:t>LIBRARY</a:t>
            </a:r>
            <a:r>
              <a:rPr lang="en-PH" sz="3600" dirty="0" smtClean="0">
                <a:latin typeface="Arial" panose="020B0604020202020204" pitchFamily="34" charset="0"/>
                <a:cs typeface="Arial" panose="020B0604020202020204" pitchFamily="34" charset="0"/>
              </a:rPr>
              <a:t> </a:t>
            </a:r>
            <a:r>
              <a:rPr lang="en-PH" sz="3600" dirty="0" smtClean="0">
                <a:solidFill>
                  <a:srgbClr val="FF0000"/>
                </a:solidFill>
                <a:latin typeface="Arial" panose="020B0604020202020204" pitchFamily="34" charset="0"/>
                <a:cs typeface="Arial" panose="020B0604020202020204" pitchFamily="34" charset="0"/>
              </a:rPr>
              <a:t>MANAGEMENT</a:t>
            </a:r>
            <a:r>
              <a:rPr lang="en-PH" sz="3600" dirty="0" smtClean="0">
                <a:latin typeface="Arial" panose="020B0604020202020204" pitchFamily="34" charset="0"/>
                <a:cs typeface="Arial" panose="020B0604020202020204" pitchFamily="34" charset="0"/>
              </a:rPr>
              <a:t> </a:t>
            </a:r>
            <a:r>
              <a:rPr lang="en-PH" sz="3600" dirty="0" smtClean="0">
                <a:solidFill>
                  <a:srgbClr val="008000"/>
                </a:solidFill>
                <a:latin typeface="Arial" panose="020B0604020202020204" pitchFamily="34" charset="0"/>
                <a:cs typeface="Arial" panose="020B0604020202020204" pitchFamily="34" charset="0"/>
              </a:rPr>
              <a:t>SYSTEM</a:t>
            </a:r>
            <a:endParaRPr lang="en-PH" sz="3600" dirty="0">
              <a:solidFill>
                <a:srgbClr val="008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629502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6440" y="98474"/>
            <a:ext cx="2433680" cy="1569660"/>
          </a:xfrm>
          <a:prstGeom prst="rect">
            <a:avLst/>
          </a:prstGeom>
          <a:noFill/>
        </p:spPr>
        <p:txBody>
          <a:bodyPr wrap="none" rtlCol="0">
            <a:spAutoFit/>
          </a:bodyPr>
          <a:lstStyle/>
          <a:p>
            <a:r>
              <a:rPr lang="en-PH" sz="9600" dirty="0" smtClean="0">
                <a:solidFill>
                  <a:srgbClr val="0000FF"/>
                </a:solidFill>
                <a:latin typeface="AR JULIAN" panose="02000000000000000000" pitchFamily="2" charset="0"/>
              </a:rPr>
              <a:t>L</a:t>
            </a:r>
            <a:r>
              <a:rPr lang="en-PH" sz="9600" dirty="0" smtClean="0">
                <a:solidFill>
                  <a:srgbClr val="FF0000"/>
                </a:solidFill>
                <a:latin typeface="AR JULIAN" panose="02000000000000000000" pitchFamily="2" charset="0"/>
              </a:rPr>
              <a:t>M</a:t>
            </a:r>
            <a:r>
              <a:rPr lang="en-PH" sz="9600" dirty="0" smtClean="0">
                <a:solidFill>
                  <a:srgbClr val="008000"/>
                </a:solidFill>
                <a:latin typeface="AR JULIAN" panose="02000000000000000000" pitchFamily="2" charset="0"/>
              </a:rPr>
              <a:t>S</a:t>
            </a:r>
            <a:endParaRPr lang="en-PH" sz="9600" dirty="0">
              <a:solidFill>
                <a:srgbClr val="008000"/>
              </a:solidFill>
              <a:latin typeface="AR JULIAN" panose="02000000000000000000" pitchFamily="2" charset="0"/>
            </a:endParaRPr>
          </a:p>
        </p:txBody>
      </p:sp>
      <p:sp>
        <p:nvSpPr>
          <p:cNvPr id="4" name="TextBox 3"/>
          <p:cNvSpPr txBox="1"/>
          <p:nvPr/>
        </p:nvSpPr>
        <p:spPr>
          <a:xfrm>
            <a:off x="3277770" y="661720"/>
            <a:ext cx="7597593" cy="646331"/>
          </a:xfrm>
          <a:prstGeom prst="rect">
            <a:avLst/>
          </a:prstGeom>
          <a:noFill/>
        </p:spPr>
        <p:txBody>
          <a:bodyPr wrap="none" rtlCol="0">
            <a:spAutoFit/>
          </a:bodyPr>
          <a:lstStyle/>
          <a:p>
            <a:r>
              <a:rPr lang="en-PH" sz="3600" dirty="0" smtClean="0">
                <a:solidFill>
                  <a:srgbClr val="0000FF"/>
                </a:solidFill>
                <a:latin typeface="Arial" panose="020B0604020202020204" pitchFamily="34" charset="0"/>
                <a:cs typeface="Arial" panose="020B0604020202020204" pitchFamily="34" charset="0"/>
              </a:rPr>
              <a:t>LIBRARY</a:t>
            </a:r>
            <a:r>
              <a:rPr lang="en-PH" sz="3600" dirty="0" smtClean="0">
                <a:latin typeface="Arial" panose="020B0604020202020204" pitchFamily="34" charset="0"/>
                <a:cs typeface="Arial" panose="020B0604020202020204" pitchFamily="34" charset="0"/>
              </a:rPr>
              <a:t> </a:t>
            </a:r>
            <a:r>
              <a:rPr lang="en-PH" sz="3600" dirty="0" smtClean="0">
                <a:solidFill>
                  <a:srgbClr val="FF0000"/>
                </a:solidFill>
                <a:latin typeface="Arial" panose="020B0604020202020204" pitchFamily="34" charset="0"/>
                <a:cs typeface="Arial" panose="020B0604020202020204" pitchFamily="34" charset="0"/>
              </a:rPr>
              <a:t>MANAGEMENT</a:t>
            </a:r>
            <a:r>
              <a:rPr lang="en-PH" sz="3600" dirty="0" smtClean="0">
                <a:latin typeface="Arial" panose="020B0604020202020204" pitchFamily="34" charset="0"/>
                <a:cs typeface="Arial" panose="020B0604020202020204" pitchFamily="34" charset="0"/>
              </a:rPr>
              <a:t> </a:t>
            </a:r>
            <a:r>
              <a:rPr lang="en-PH" sz="3600" dirty="0" smtClean="0">
                <a:solidFill>
                  <a:srgbClr val="008000"/>
                </a:solidFill>
                <a:latin typeface="Arial" panose="020B0604020202020204" pitchFamily="34" charset="0"/>
                <a:cs typeface="Arial" panose="020B0604020202020204" pitchFamily="34" charset="0"/>
              </a:rPr>
              <a:t>SYSTEM</a:t>
            </a:r>
            <a:endParaRPr lang="en-PH" sz="3600" dirty="0">
              <a:solidFill>
                <a:srgbClr val="008000"/>
              </a:solidFill>
              <a:latin typeface="Arial" panose="020B0604020202020204" pitchFamily="34" charset="0"/>
              <a:cs typeface="Arial" panose="020B0604020202020204" pitchFamily="34" charset="0"/>
            </a:endParaRPr>
          </a:p>
        </p:txBody>
      </p:sp>
      <p:sp>
        <p:nvSpPr>
          <p:cNvPr id="5" name="Rectangle 4"/>
          <p:cNvSpPr/>
          <p:nvPr/>
        </p:nvSpPr>
        <p:spPr>
          <a:xfrm>
            <a:off x="932503" y="1506433"/>
            <a:ext cx="9882566" cy="941796"/>
          </a:xfrm>
          <a:prstGeom prst="rect">
            <a:avLst/>
          </a:prstGeom>
        </p:spPr>
        <p:txBody>
          <a:bodyPr wrap="square">
            <a:spAutoFit/>
          </a:bodyPr>
          <a:lstStyle/>
          <a:p>
            <a:pPr algn="ctr">
              <a:lnSpc>
                <a:spcPct val="115000"/>
              </a:lnSpc>
            </a:pPr>
            <a:r>
              <a:rPr lang="en-PH" sz="3600" dirty="0" smtClean="0">
                <a:effectLst/>
                <a:latin typeface="AR JULIAN" panose="02000000000000000000" pitchFamily="2" charset="0"/>
                <a:ea typeface="Calibri" panose="020F0502020204030204" pitchFamily="34" charset="0"/>
                <a:cs typeface="Arial" panose="020B0604020202020204" pitchFamily="34" charset="0"/>
              </a:rPr>
              <a:t>TABLE DESIGN</a:t>
            </a:r>
            <a:r>
              <a:rPr lang="en-US" sz="24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rPr>
              <a:t> </a:t>
            </a: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p:txBody>
      </p:sp>
      <p:pic>
        <p:nvPicPr>
          <p:cNvPr id="6" name="Picture 5"/>
          <p:cNvPicPr/>
          <p:nvPr/>
        </p:nvPicPr>
        <p:blipFill rotWithShape="1">
          <a:blip r:embed="rId2">
            <a:extLst>
              <a:ext uri="{28A0092B-C50C-407E-A947-70E740481C1C}">
                <a14:useLocalDpi xmlns:a14="http://schemas.microsoft.com/office/drawing/2010/main" val="0"/>
              </a:ext>
            </a:extLst>
          </a:blip>
          <a:srcRect r="20187" b="5071"/>
          <a:stretch/>
        </p:blipFill>
        <p:spPr bwMode="auto">
          <a:xfrm>
            <a:off x="4284617" y="2646611"/>
            <a:ext cx="6590746" cy="3652125"/>
          </a:xfrm>
          <a:prstGeom prst="rect">
            <a:avLst/>
          </a:prstGeom>
          <a:ln>
            <a:noFill/>
          </a:ln>
          <a:scene3d>
            <a:camera prst="perspectiveRight"/>
            <a:lightRig rig="threePt" dir="t"/>
          </a:scene3d>
          <a:extLst>
            <a:ext uri="{53640926-AAD7-44D8-BBD7-CCE9431645EC}">
              <a14:shadowObscured xmlns:a14="http://schemas.microsoft.com/office/drawing/2010/main"/>
            </a:ext>
          </a:extLst>
        </p:spPr>
      </p:pic>
      <p:sp>
        <p:nvSpPr>
          <p:cNvPr id="7" name="TextBox 6"/>
          <p:cNvSpPr txBox="1"/>
          <p:nvPr/>
        </p:nvSpPr>
        <p:spPr>
          <a:xfrm>
            <a:off x="1165275" y="2960123"/>
            <a:ext cx="1774845" cy="3293209"/>
          </a:xfrm>
          <a:prstGeom prst="rect">
            <a:avLst/>
          </a:prstGeom>
          <a:noFill/>
        </p:spPr>
        <p:txBody>
          <a:bodyPr wrap="none" rtlCol="0">
            <a:spAutoFit/>
          </a:bodyPr>
          <a:lstStyle/>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Admin id</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Username</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Password</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First name</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Last name</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Mid initial</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Gender</a:t>
            </a:r>
          </a:p>
          <a:p>
            <a:pPr marL="285750" indent="-285750">
              <a:buFont typeface="Wingdings" panose="05000000000000000000" pitchFamily="2" charset="2"/>
              <a:buChar char="Ø"/>
            </a:pPr>
            <a:r>
              <a:rPr lang="en-PH" sz="1600" dirty="0">
                <a:solidFill>
                  <a:schemeClr val="accent5">
                    <a:lumMod val="50000"/>
                  </a:schemeClr>
                </a:solidFill>
                <a:latin typeface="AR JULIAN" panose="02000000000000000000" pitchFamily="2" charset="0"/>
              </a:rPr>
              <a:t>A</a:t>
            </a:r>
            <a:r>
              <a:rPr lang="en-PH" sz="1600" dirty="0" smtClean="0">
                <a:solidFill>
                  <a:schemeClr val="accent5">
                    <a:lumMod val="50000"/>
                  </a:schemeClr>
                </a:solidFill>
                <a:latin typeface="AR JULIAN" panose="02000000000000000000" pitchFamily="2" charset="0"/>
              </a:rPr>
              <a:t>ddress</a:t>
            </a:r>
          </a:p>
          <a:p>
            <a:pPr marL="285750" indent="-285750">
              <a:buFont typeface="Wingdings" panose="05000000000000000000" pitchFamily="2" charset="2"/>
              <a:buChar char="Ø"/>
            </a:pPr>
            <a:r>
              <a:rPr lang="en-PH" sz="1600" dirty="0" smtClean="0">
                <a:solidFill>
                  <a:schemeClr val="accent5">
                    <a:lumMod val="50000"/>
                  </a:schemeClr>
                </a:solidFill>
                <a:latin typeface="AR JULIAN" panose="02000000000000000000" pitchFamily="2" charset="0"/>
              </a:rPr>
              <a:t>Email</a:t>
            </a:r>
          </a:p>
          <a:p>
            <a:pPr marL="285750" indent="-285750">
              <a:buFont typeface="Wingdings" panose="05000000000000000000" pitchFamily="2" charset="2"/>
              <a:buChar char="Ø"/>
            </a:pPr>
            <a:r>
              <a:rPr lang="en-PH" sz="1600" dirty="0" smtClean="0">
                <a:solidFill>
                  <a:schemeClr val="accent5">
                    <a:lumMod val="50000"/>
                  </a:schemeClr>
                </a:solidFill>
                <a:latin typeface="AR JULIAN" panose="02000000000000000000" pitchFamily="2" charset="0"/>
              </a:rPr>
              <a:t>Date of birth</a:t>
            </a:r>
          </a:p>
          <a:p>
            <a:pPr marL="285750" indent="-285750">
              <a:buFont typeface="Wingdings" panose="05000000000000000000" pitchFamily="2" charset="2"/>
              <a:buChar char="Ø"/>
            </a:pPr>
            <a:r>
              <a:rPr lang="en-PH" sz="1600" dirty="0" smtClean="0">
                <a:solidFill>
                  <a:schemeClr val="accent5">
                    <a:lumMod val="50000"/>
                  </a:schemeClr>
                </a:solidFill>
                <a:latin typeface="AR JULIAN" panose="02000000000000000000" pitchFamily="2" charset="0"/>
              </a:rPr>
              <a:t>Phone number</a:t>
            </a:r>
          </a:p>
          <a:p>
            <a:pPr marL="285750" indent="-285750">
              <a:buFont typeface="Wingdings" panose="05000000000000000000" pitchFamily="2" charset="2"/>
              <a:buChar char="Ø"/>
            </a:pPr>
            <a:r>
              <a:rPr lang="en-PH" sz="1600" dirty="0">
                <a:solidFill>
                  <a:schemeClr val="accent5">
                    <a:lumMod val="50000"/>
                  </a:schemeClr>
                </a:solidFill>
                <a:latin typeface="AR JULIAN" panose="02000000000000000000" pitchFamily="2" charset="0"/>
              </a:rPr>
              <a:t>D</a:t>
            </a:r>
            <a:r>
              <a:rPr lang="en-PH" sz="1600" dirty="0" smtClean="0">
                <a:solidFill>
                  <a:schemeClr val="accent5">
                    <a:lumMod val="50000"/>
                  </a:schemeClr>
                </a:solidFill>
                <a:latin typeface="AR JULIAN" panose="02000000000000000000" pitchFamily="2" charset="0"/>
              </a:rPr>
              <a:t>epartment</a:t>
            </a:r>
            <a:endParaRPr lang="en-PH" dirty="0" smtClean="0">
              <a:solidFill>
                <a:schemeClr val="accent5">
                  <a:lumMod val="50000"/>
                </a:schemeClr>
              </a:solidFill>
              <a:latin typeface="AR JULIAN" panose="02000000000000000000" pitchFamily="2" charset="0"/>
            </a:endParaRPr>
          </a:p>
        </p:txBody>
      </p:sp>
      <p:sp>
        <p:nvSpPr>
          <p:cNvPr id="9" name="TextBox 8"/>
          <p:cNvSpPr txBox="1"/>
          <p:nvPr/>
        </p:nvSpPr>
        <p:spPr>
          <a:xfrm>
            <a:off x="932503" y="2561686"/>
            <a:ext cx="2177199" cy="400110"/>
          </a:xfrm>
          <a:prstGeom prst="rect">
            <a:avLst/>
          </a:prstGeom>
          <a:noFill/>
        </p:spPr>
        <p:txBody>
          <a:bodyPr wrap="none" rtlCol="0">
            <a:spAutoFit/>
          </a:bodyPr>
          <a:lstStyle/>
          <a:p>
            <a:r>
              <a:rPr lang="en-PH" sz="2000" dirty="0" smtClean="0">
                <a:latin typeface="AR JULIAN" panose="02000000000000000000" pitchFamily="2" charset="0"/>
              </a:rPr>
              <a:t>ADMINISTRATOR</a:t>
            </a:r>
            <a:endParaRPr lang="en-PH" sz="2000" dirty="0">
              <a:latin typeface="AR JULIAN" panose="02000000000000000000" pitchFamily="2" charset="0"/>
            </a:endParaRPr>
          </a:p>
        </p:txBody>
      </p:sp>
    </p:spTree>
    <p:extLst>
      <p:ext uri="{BB962C8B-B14F-4D97-AF65-F5344CB8AC3E}">
        <p14:creationId xmlns:p14="http://schemas.microsoft.com/office/powerpoint/2010/main" val="185821759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506440" y="98474"/>
            <a:ext cx="2433680" cy="1569660"/>
          </a:xfrm>
          <a:prstGeom prst="rect">
            <a:avLst/>
          </a:prstGeom>
          <a:noFill/>
        </p:spPr>
        <p:txBody>
          <a:bodyPr wrap="none" rtlCol="0">
            <a:spAutoFit/>
          </a:bodyPr>
          <a:lstStyle/>
          <a:p>
            <a:r>
              <a:rPr lang="en-PH" sz="9600" dirty="0" smtClean="0">
                <a:solidFill>
                  <a:srgbClr val="0000FF"/>
                </a:solidFill>
                <a:latin typeface="AR JULIAN" panose="02000000000000000000" pitchFamily="2" charset="0"/>
              </a:rPr>
              <a:t>L</a:t>
            </a:r>
            <a:r>
              <a:rPr lang="en-PH" sz="9600" dirty="0" smtClean="0">
                <a:solidFill>
                  <a:srgbClr val="FF0000"/>
                </a:solidFill>
                <a:latin typeface="AR JULIAN" panose="02000000000000000000" pitchFamily="2" charset="0"/>
              </a:rPr>
              <a:t>M</a:t>
            </a:r>
            <a:r>
              <a:rPr lang="en-PH" sz="9600" dirty="0" smtClean="0">
                <a:solidFill>
                  <a:srgbClr val="008000"/>
                </a:solidFill>
                <a:latin typeface="AR JULIAN" panose="02000000000000000000" pitchFamily="2" charset="0"/>
              </a:rPr>
              <a:t>S</a:t>
            </a:r>
            <a:endParaRPr lang="en-PH" sz="9600" dirty="0">
              <a:solidFill>
                <a:srgbClr val="008000"/>
              </a:solidFill>
              <a:latin typeface="AR JULIAN" panose="02000000000000000000" pitchFamily="2" charset="0"/>
            </a:endParaRPr>
          </a:p>
        </p:txBody>
      </p:sp>
      <p:sp>
        <p:nvSpPr>
          <p:cNvPr id="8" name="TextBox 7"/>
          <p:cNvSpPr txBox="1"/>
          <p:nvPr/>
        </p:nvSpPr>
        <p:spPr>
          <a:xfrm>
            <a:off x="3277770" y="661720"/>
            <a:ext cx="7597593" cy="646331"/>
          </a:xfrm>
          <a:prstGeom prst="rect">
            <a:avLst/>
          </a:prstGeom>
          <a:noFill/>
        </p:spPr>
        <p:txBody>
          <a:bodyPr wrap="none" rtlCol="0">
            <a:spAutoFit/>
          </a:bodyPr>
          <a:lstStyle/>
          <a:p>
            <a:r>
              <a:rPr lang="en-PH" sz="3600" dirty="0" smtClean="0">
                <a:solidFill>
                  <a:srgbClr val="0000FF"/>
                </a:solidFill>
                <a:latin typeface="Arial" panose="020B0604020202020204" pitchFamily="34" charset="0"/>
                <a:cs typeface="Arial" panose="020B0604020202020204" pitchFamily="34" charset="0"/>
              </a:rPr>
              <a:t>LIBRARY</a:t>
            </a:r>
            <a:r>
              <a:rPr lang="en-PH" sz="3600" dirty="0" smtClean="0">
                <a:latin typeface="Arial" panose="020B0604020202020204" pitchFamily="34" charset="0"/>
                <a:cs typeface="Arial" panose="020B0604020202020204" pitchFamily="34" charset="0"/>
              </a:rPr>
              <a:t> </a:t>
            </a:r>
            <a:r>
              <a:rPr lang="en-PH" sz="3600" dirty="0" smtClean="0">
                <a:solidFill>
                  <a:srgbClr val="FF0000"/>
                </a:solidFill>
                <a:latin typeface="Arial" panose="020B0604020202020204" pitchFamily="34" charset="0"/>
                <a:cs typeface="Arial" panose="020B0604020202020204" pitchFamily="34" charset="0"/>
              </a:rPr>
              <a:t>MANAGEMENT</a:t>
            </a:r>
            <a:r>
              <a:rPr lang="en-PH" sz="3600" dirty="0" smtClean="0">
                <a:latin typeface="Arial" panose="020B0604020202020204" pitchFamily="34" charset="0"/>
                <a:cs typeface="Arial" panose="020B0604020202020204" pitchFamily="34" charset="0"/>
              </a:rPr>
              <a:t> </a:t>
            </a:r>
            <a:r>
              <a:rPr lang="en-PH" sz="3600" dirty="0" smtClean="0">
                <a:solidFill>
                  <a:srgbClr val="008000"/>
                </a:solidFill>
                <a:latin typeface="Arial" panose="020B0604020202020204" pitchFamily="34" charset="0"/>
                <a:cs typeface="Arial" panose="020B0604020202020204" pitchFamily="34" charset="0"/>
              </a:rPr>
              <a:t>SYSTEM</a:t>
            </a:r>
            <a:endParaRPr lang="en-PH" sz="3600" dirty="0">
              <a:solidFill>
                <a:srgbClr val="008000"/>
              </a:solidFill>
              <a:latin typeface="Arial" panose="020B0604020202020204" pitchFamily="34" charset="0"/>
              <a:cs typeface="Arial" panose="020B0604020202020204" pitchFamily="34" charset="0"/>
            </a:endParaRPr>
          </a:p>
        </p:txBody>
      </p:sp>
      <p:sp>
        <p:nvSpPr>
          <p:cNvPr id="9" name="Rectangle 8"/>
          <p:cNvSpPr/>
          <p:nvPr/>
        </p:nvSpPr>
        <p:spPr>
          <a:xfrm>
            <a:off x="932503" y="1506433"/>
            <a:ext cx="9882566" cy="941796"/>
          </a:xfrm>
          <a:prstGeom prst="rect">
            <a:avLst/>
          </a:prstGeom>
        </p:spPr>
        <p:txBody>
          <a:bodyPr wrap="square">
            <a:spAutoFit/>
          </a:bodyPr>
          <a:lstStyle/>
          <a:p>
            <a:pPr algn="ctr">
              <a:lnSpc>
                <a:spcPct val="115000"/>
              </a:lnSpc>
            </a:pPr>
            <a:r>
              <a:rPr lang="en-PH" sz="3600" dirty="0" smtClean="0">
                <a:effectLst/>
                <a:latin typeface="AR JULIAN" panose="02000000000000000000" pitchFamily="2" charset="0"/>
                <a:ea typeface="Calibri" panose="020F0502020204030204" pitchFamily="34" charset="0"/>
                <a:cs typeface="Arial" panose="020B0604020202020204" pitchFamily="34" charset="0"/>
              </a:rPr>
              <a:t>TABLE DESIGN</a:t>
            </a:r>
            <a:r>
              <a:rPr lang="en-US" sz="24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rPr>
              <a:t> </a:t>
            </a: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1" name="TextBox 10"/>
          <p:cNvSpPr txBox="1"/>
          <p:nvPr/>
        </p:nvSpPr>
        <p:spPr>
          <a:xfrm>
            <a:off x="1165275" y="2960123"/>
            <a:ext cx="2105063" cy="3416320"/>
          </a:xfrm>
          <a:prstGeom prst="rect">
            <a:avLst/>
          </a:prstGeom>
          <a:noFill/>
        </p:spPr>
        <p:txBody>
          <a:bodyPr wrap="none" rtlCol="0">
            <a:spAutoFit/>
          </a:bodyPr>
          <a:lstStyle/>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Transaction ID</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Borrowed date</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Due date</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Borrow ID</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Borrow name</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Course</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Phone number</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Book name</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Copy</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Purpose</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Status</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book id</a:t>
            </a:r>
          </a:p>
        </p:txBody>
      </p:sp>
      <p:sp>
        <p:nvSpPr>
          <p:cNvPr id="12" name="TextBox 11"/>
          <p:cNvSpPr txBox="1"/>
          <p:nvPr/>
        </p:nvSpPr>
        <p:spPr>
          <a:xfrm>
            <a:off x="1180700" y="2561686"/>
            <a:ext cx="2097049" cy="400110"/>
          </a:xfrm>
          <a:prstGeom prst="rect">
            <a:avLst/>
          </a:prstGeom>
          <a:noFill/>
        </p:spPr>
        <p:txBody>
          <a:bodyPr wrap="none" rtlCol="0">
            <a:spAutoFit/>
          </a:bodyPr>
          <a:lstStyle/>
          <a:p>
            <a:r>
              <a:rPr lang="en-PH" sz="2000" dirty="0" smtClean="0">
                <a:latin typeface="AR JULIAN" panose="02000000000000000000" pitchFamily="2" charset="0"/>
              </a:rPr>
              <a:t>BOOK BORROW</a:t>
            </a:r>
            <a:endParaRPr lang="en-PH" sz="2000" dirty="0">
              <a:latin typeface="AR JULIAN" panose="02000000000000000000" pitchFamily="2" charset="0"/>
            </a:endParaRPr>
          </a:p>
        </p:txBody>
      </p:sp>
      <p:pic>
        <p:nvPicPr>
          <p:cNvPr id="13" name="Picture 12"/>
          <p:cNvPicPr/>
          <p:nvPr/>
        </p:nvPicPr>
        <p:blipFill rotWithShape="1">
          <a:blip r:embed="rId2">
            <a:extLst>
              <a:ext uri="{28A0092B-C50C-407E-A947-70E740481C1C}">
                <a14:useLocalDpi xmlns:a14="http://schemas.microsoft.com/office/drawing/2010/main" val="0"/>
              </a:ext>
            </a:extLst>
          </a:blip>
          <a:srcRect r="19659" b="5242"/>
          <a:stretch/>
        </p:blipFill>
        <p:spPr bwMode="auto">
          <a:xfrm>
            <a:off x="4284617" y="2633060"/>
            <a:ext cx="6590746" cy="3646398"/>
          </a:xfrm>
          <a:prstGeom prst="rect">
            <a:avLst/>
          </a:prstGeom>
          <a:ln>
            <a:noFill/>
          </a:ln>
          <a:scene3d>
            <a:camera prst="perspectiveRight"/>
            <a:lightRig rig="threePt" dir="t"/>
          </a:scene3d>
          <a:extLst>
            <a:ext uri="{53640926-AAD7-44D8-BBD7-CCE9431645EC}">
              <a14:shadowObscured xmlns:a14="http://schemas.microsoft.com/office/drawing/2010/main"/>
            </a:ext>
          </a:extLst>
        </p:spPr>
      </p:pic>
    </p:spTree>
    <p:extLst>
      <p:ext uri="{BB962C8B-B14F-4D97-AF65-F5344CB8AC3E}">
        <p14:creationId xmlns:p14="http://schemas.microsoft.com/office/powerpoint/2010/main" val="160996629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06440" y="98474"/>
            <a:ext cx="2433680" cy="1569660"/>
          </a:xfrm>
          <a:prstGeom prst="rect">
            <a:avLst/>
          </a:prstGeom>
          <a:noFill/>
        </p:spPr>
        <p:txBody>
          <a:bodyPr wrap="none" rtlCol="0">
            <a:spAutoFit/>
          </a:bodyPr>
          <a:lstStyle/>
          <a:p>
            <a:r>
              <a:rPr lang="en-PH" sz="9600" dirty="0" smtClean="0">
                <a:solidFill>
                  <a:srgbClr val="0000FF"/>
                </a:solidFill>
                <a:latin typeface="AR JULIAN" panose="02000000000000000000" pitchFamily="2" charset="0"/>
              </a:rPr>
              <a:t>L</a:t>
            </a:r>
            <a:r>
              <a:rPr lang="en-PH" sz="9600" dirty="0" smtClean="0">
                <a:solidFill>
                  <a:srgbClr val="FF0000"/>
                </a:solidFill>
                <a:latin typeface="AR JULIAN" panose="02000000000000000000" pitchFamily="2" charset="0"/>
              </a:rPr>
              <a:t>M</a:t>
            </a:r>
            <a:r>
              <a:rPr lang="en-PH" sz="9600" dirty="0" smtClean="0">
                <a:solidFill>
                  <a:srgbClr val="008000"/>
                </a:solidFill>
                <a:latin typeface="AR JULIAN" panose="02000000000000000000" pitchFamily="2" charset="0"/>
              </a:rPr>
              <a:t>S</a:t>
            </a:r>
            <a:endParaRPr lang="en-PH" sz="9600" dirty="0">
              <a:solidFill>
                <a:srgbClr val="008000"/>
              </a:solidFill>
              <a:latin typeface="AR JULIAN" panose="02000000000000000000" pitchFamily="2" charset="0"/>
            </a:endParaRPr>
          </a:p>
        </p:txBody>
      </p:sp>
      <p:sp>
        <p:nvSpPr>
          <p:cNvPr id="5" name="TextBox 4"/>
          <p:cNvSpPr txBox="1"/>
          <p:nvPr/>
        </p:nvSpPr>
        <p:spPr>
          <a:xfrm>
            <a:off x="3277770" y="661720"/>
            <a:ext cx="7597593" cy="646331"/>
          </a:xfrm>
          <a:prstGeom prst="rect">
            <a:avLst/>
          </a:prstGeom>
          <a:noFill/>
        </p:spPr>
        <p:txBody>
          <a:bodyPr wrap="none" rtlCol="0">
            <a:spAutoFit/>
          </a:bodyPr>
          <a:lstStyle/>
          <a:p>
            <a:r>
              <a:rPr lang="en-PH" sz="3600" dirty="0" smtClean="0">
                <a:solidFill>
                  <a:srgbClr val="0000FF"/>
                </a:solidFill>
                <a:latin typeface="Arial" panose="020B0604020202020204" pitchFamily="34" charset="0"/>
                <a:cs typeface="Arial" panose="020B0604020202020204" pitchFamily="34" charset="0"/>
              </a:rPr>
              <a:t>LIBRARY</a:t>
            </a:r>
            <a:r>
              <a:rPr lang="en-PH" sz="3600" dirty="0" smtClean="0">
                <a:latin typeface="Arial" panose="020B0604020202020204" pitchFamily="34" charset="0"/>
                <a:cs typeface="Arial" panose="020B0604020202020204" pitchFamily="34" charset="0"/>
              </a:rPr>
              <a:t> </a:t>
            </a:r>
            <a:r>
              <a:rPr lang="en-PH" sz="3600" dirty="0" smtClean="0">
                <a:solidFill>
                  <a:srgbClr val="FF0000"/>
                </a:solidFill>
                <a:latin typeface="Arial" panose="020B0604020202020204" pitchFamily="34" charset="0"/>
                <a:cs typeface="Arial" panose="020B0604020202020204" pitchFamily="34" charset="0"/>
              </a:rPr>
              <a:t>MANAGEMENT</a:t>
            </a:r>
            <a:r>
              <a:rPr lang="en-PH" sz="3600" dirty="0" smtClean="0">
                <a:latin typeface="Arial" panose="020B0604020202020204" pitchFamily="34" charset="0"/>
                <a:cs typeface="Arial" panose="020B0604020202020204" pitchFamily="34" charset="0"/>
              </a:rPr>
              <a:t> </a:t>
            </a:r>
            <a:r>
              <a:rPr lang="en-PH" sz="3600" dirty="0" smtClean="0">
                <a:solidFill>
                  <a:srgbClr val="008000"/>
                </a:solidFill>
                <a:latin typeface="Arial" panose="020B0604020202020204" pitchFamily="34" charset="0"/>
                <a:cs typeface="Arial" panose="020B0604020202020204" pitchFamily="34" charset="0"/>
              </a:rPr>
              <a:t>SYSTEM</a:t>
            </a:r>
            <a:endParaRPr lang="en-PH" sz="3600" dirty="0">
              <a:solidFill>
                <a:srgbClr val="008000"/>
              </a:solidFill>
              <a:latin typeface="Arial" panose="020B0604020202020204" pitchFamily="34" charset="0"/>
              <a:cs typeface="Arial" panose="020B0604020202020204" pitchFamily="34" charset="0"/>
            </a:endParaRPr>
          </a:p>
        </p:txBody>
      </p:sp>
      <p:sp>
        <p:nvSpPr>
          <p:cNvPr id="6" name="Rectangle 5"/>
          <p:cNvSpPr/>
          <p:nvPr/>
        </p:nvSpPr>
        <p:spPr>
          <a:xfrm>
            <a:off x="932503" y="1506433"/>
            <a:ext cx="9882566" cy="941796"/>
          </a:xfrm>
          <a:prstGeom prst="rect">
            <a:avLst/>
          </a:prstGeom>
        </p:spPr>
        <p:txBody>
          <a:bodyPr wrap="square">
            <a:spAutoFit/>
          </a:bodyPr>
          <a:lstStyle/>
          <a:p>
            <a:pPr algn="ctr">
              <a:lnSpc>
                <a:spcPct val="115000"/>
              </a:lnSpc>
            </a:pPr>
            <a:r>
              <a:rPr lang="en-PH" sz="3600" dirty="0" smtClean="0">
                <a:effectLst/>
                <a:latin typeface="AR JULIAN" panose="02000000000000000000" pitchFamily="2" charset="0"/>
                <a:ea typeface="Calibri" panose="020F0502020204030204" pitchFamily="34" charset="0"/>
                <a:cs typeface="Arial" panose="020B0604020202020204" pitchFamily="34" charset="0"/>
              </a:rPr>
              <a:t>TABLE DESIGN</a:t>
            </a:r>
            <a:r>
              <a:rPr lang="en-US" sz="24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rPr>
              <a:t> </a:t>
            </a: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p:txBody>
      </p:sp>
      <p:sp>
        <p:nvSpPr>
          <p:cNvPr id="7" name="TextBox 6"/>
          <p:cNvSpPr txBox="1"/>
          <p:nvPr/>
        </p:nvSpPr>
        <p:spPr>
          <a:xfrm>
            <a:off x="1165275" y="2960123"/>
            <a:ext cx="2133918" cy="2585323"/>
          </a:xfrm>
          <a:prstGeom prst="rect">
            <a:avLst/>
          </a:prstGeom>
          <a:noFill/>
        </p:spPr>
        <p:txBody>
          <a:bodyPr wrap="none" rtlCol="0">
            <a:spAutoFit/>
          </a:bodyPr>
          <a:lstStyle/>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Transaction ID</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Book id</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Barrowed ID</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Borrower name</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Book name</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Borrowed date</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Due Date</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Return Date</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fine</a:t>
            </a:r>
          </a:p>
        </p:txBody>
      </p:sp>
      <p:sp>
        <p:nvSpPr>
          <p:cNvPr id="8" name="TextBox 7"/>
          <p:cNvSpPr txBox="1"/>
          <p:nvPr/>
        </p:nvSpPr>
        <p:spPr>
          <a:xfrm>
            <a:off x="1180700" y="2561686"/>
            <a:ext cx="1972015" cy="400110"/>
          </a:xfrm>
          <a:prstGeom prst="rect">
            <a:avLst/>
          </a:prstGeom>
          <a:noFill/>
        </p:spPr>
        <p:txBody>
          <a:bodyPr wrap="none" rtlCol="0">
            <a:spAutoFit/>
          </a:bodyPr>
          <a:lstStyle/>
          <a:p>
            <a:r>
              <a:rPr lang="en-PH" sz="2000" dirty="0" smtClean="0">
                <a:latin typeface="AR JULIAN" panose="02000000000000000000" pitchFamily="2" charset="0"/>
              </a:rPr>
              <a:t>BOOK RETURN</a:t>
            </a:r>
            <a:endParaRPr lang="en-PH" sz="2000" dirty="0">
              <a:latin typeface="AR JULIAN" panose="02000000000000000000" pitchFamily="2" charset="0"/>
            </a:endParaRPr>
          </a:p>
        </p:txBody>
      </p:sp>
      <p:pic>
        <p:nvPicPr>
          <p:cNvPr id="11" name="Picture 10"/>
          <p:cNvPicPr/>
          <p:nvPr/>
        </p:nvPicPr>
        <p:blipFill rotWithShape="1">
          <a:blip r:embed="rId2">
            <a:extLst>
              <a:ext uri="{28A0092B-C50C-407E-A947-70E740481C1C}">
                <a14:useLocalDpi xmlns:a14="http://schemas.microsoft.com/office/drawing/2010/main" val="0"/>
              </a:ext>
            </a:extLst>
          </a:blip>
          <a:srcRect r="19937" b="4751"/>
          <a:stretch/>
        </p:blipFill>
        <p:spPr bwMode="auto">
          <a:xfrm>
            <a:off x="4284617" y="2627001"/>
            <a:ext cx="6590746" cy="3717772"/>
          </a:xfrm>
          <a:prstGeom prst="rect">
            <a:avLst/>
          </a:prstGeom>
          <a:ln>
            <a:noFill/>
          </a:ln>
          <a:scene3d>
            <a:camera prst="perspectiveRight"/>
            <a:lightRig rig="threePt" dir="t"/>
          </a:scene3d>
          <a:extLst>
            <a:ext uri="{53640926-AAD7-44D8-BBD7-CCE9431645EC}">
              <a14:shadowObscured xmlns:a14="http://schemas.microsoft.com/office/drawing/2010/main"/>
            </a:ext>
          </a:extLst>
        </p:spPr>
      </p:pic>
    </p:spTree>
    <p:extLst>
      <p:ext uri="{BB962C8B-B14F-4D97-AF65-F5344CB8AC3E}">
        <p14:creationId xmlns:p14="http://schemas.microsoft.com/office/powerpoint/2010/main" val="426441927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06440" y="98474"/>
            <a:ext cx="2433680" cy="1569660"/>
          </a:xfrm>
          <a:prstGeom prst="rect">
            <a:avLst/>
          </a:prstGeom>
          <a:noFill/>
        </p:spPr>
        <p:txBody>
          <a:bodyPr wrap="none" rtlCol="0">
            <a:spAutoFit/>
          </a:bodyPr>
          <a:lstStyle/>
          <a:p>
            <a:r>
              <a:rPr lang="en-PH" sz="9600" dirty="0" smtClean="0">
                <a:solidFill>
                  <a:srgbClr val="0000FF"/>
                </a:solidFill>
                <a:latin typeface="AR JULIAN" panose="02000000000000000000" pitchFamily="2" charset="0"/>
              </a:rPr>
              <a:t>L</a:t>
            </a:r>
            <a:r>
              <a:rPr lang="en-PH" sz="9600" dirty="0" smtClean="0">
                <a:solidFill>
                  <a:srgbClr val="FF0000"/>
                </a:solidFill>
                <a:latin typeface="AR JULIAN" panose="02000000000000000000" pitchFamily="2" charset="0"/>
              </a:rPr>
              <a:t>M</a:t>
            </a:r>
            <a:r>
              <a:rPr lang="en-PH" sz="9600" dirty="0" smtClean="0">
                <a:solidFill>
                  <a:srgbClr val="008000"/>
                </a:solidFill>
                <a:latin typeface="AR JULIAN" panose="02000000000000000000" pitchFamily="2" charset="0"/>
              </a:rPr>
              <a:t>S</a:t>
            </a:r>
            <a:endParaRPr lang="en-PH" sz="9600" dirty="0">
              <a:solidFill>
                <a:srgbClr val="008000"/>
              </a:solidFill>
              <a:latin typeface="AR JULIAN" panose="02000000000000000000" pitchFamily="2" charset="0"/>
            </a:endParaRPr>
          </a:p>
        </p:txBody>
      </p:sp>
      <p:sp>
        <p:nvSpPr>
          <p:cNvPr id="5" name="TextBox 4"/>
          <p:cNvSpPr txBox="1"/>
          <p:nvPr/>
        </p:nvSpPr>
        <p:spPr>
          <a:xfrm>
            <a:off x="3277770" y="661720"/>
            <a:ext cx="7597593" cy="646331"/>
          </a:xfrm>
          <a:prstGeom prst="rect">
            <a:avLst/>
          </a:prstGeom>
          <a:noFill/>
        </p:spPr>
        <p:txBody>
          <a:bodyPr wrap="none" rtlCol="0">
            <a:spAutoFit/>
          </a:bodyPr>
          <a:lstStyle/>
          <a:p>
            <a:r>
              <a:rPr lang="en-PH" sz="3600" dirty="0" smtClean="0">
                <a:solidFill>
                  <a:srgbClr val="0000FF"/>
                </a:solidFill>
                <a:latin typeface="Arial" panose="020B0604020202020204" pitchFamily="34" charset="0"/>
                <a:cs typeface="Arial" panose="020B0604020202020204" pitchFamily="34" charset="0"/>
              </a:rPr>
              <a:t>LIBRARY</a:t>
            </a:r>
            <a:r>
              <a:rPr lang="en-PH" sz="3600" dirty="0" smtClean="0">
                <a:latin typeface="Arial" panose="020B0604020202020204" pitchFamily="34" charset="0"/>
                <a:cs typeface="Arial" panose="020B0604020202020204" pitchFamily="34" charset="0"/>
              </a:rPr>
              <a:t> </a:t>
            </a:r>
            <a:r>
              <a:rPr lang="en-PH" sz="3600" dirty="0" smtClean="0">
                <a:solidFill>
                  <a:srgbClr val="FF0000"/>
                </a:solidFill>
                <a:latin typeface="Arial" panose="020B0604020202020204" pitchFamily="34" charset="0"/>
                <a:cs typeface="Arial" panose="020B0604020202020204" pitchFamily="34" charset="0"/>
              </a:rPr>
              <a:t>MANAGEMENT</a:t>
            </a:r>
            <a:r>
              <a:rPr lang="en-PH" sz="3600" dirty="0" smtClean="0">
                <a:latin typeface="Arial" panose="020B0604020202020204" pitchFamily="34" charset="0"/>
                <a:cs typeface="Arial" panose="020B0604020202020204" pitchFamily="34" charset="0"/>
              </a:rPr>
              <a:t> </a:t>
            </a:r>
            <a:r>
              <a:rPr lang="en-PH" sz="3600" dirty="0" smtClean="0">
                <a:solidFill>
                  <a:srgbClr val="008000"/>
                </a:solidFill>
                <a:latin typeface="Arial" panose="020B0604020202020204" pitchFamily="34" charset="0"/>
                <a:cs typeface="Arial" panose="020B0604020202020204" pitchFamily="34" charset="0"/>
              </a:rPr>
              <a:t>SYSTEM</a:t>
            </a:r>
            <a:endParaRPr lang="en-PH" sz="3600" dirty="0">
              <a:solidFill>
                <a:srgbClr val="008000"/>
              </a:solidFill>
              <a:latin typeface="Arial" panose="020B0604020202020204" pitchFamily="34" charset="0"/>
              <a:cs typeface="Arial" panose="020B0604020202020204" pitchFamily="34" charset="0"/>
            </a:endParaRPr>
          </a:p>
        </p:txBody>
      </p:sp>
      <p:sp>
        <p:nvSpPr>
          <p:cNvPr id="6" name="Rectangle 5"/>
          <p:cNvSpPr/>
          <p:nvPr/>
        </p:nvSpPr>
        <p:spPr>
          <a:xfrm>
            <a:off x="932503" y="1506433"/>
            <a:ext cx="9882566" cy="941796"/>
          </a:xfrm>
          <a:prstGeom prst="rect">
            <a:avLst/>
          </a:prstGeom>
        </p:spPr>
        <p:txBody>
          <a:bodyPr wrap="square">
            <a:spAutoFit/>
          </a:bodyPr>
          <a:lstStyle/>
          <a:p>
            <a:pPr algn="ctr">
              <a:lnSpc>
                <a:spcPct val="115000"/>
              </a:lnSpc>
            </a:pPr>
            <a:r>
              <a:rPr lang="en-PH" sz="3600" dirty="0" smtClean="0">
                <a:effectLst/>
                <a:latin typeface="AR JULIAN" panose="02000000000000000000" pitchFamily="2" charset="0"/>
                <a:ea typeface="Calibri" panose="020F0502020204030204" pitchFamily="34" charset="0"/>
                <a:cs typeface="Arial" panose="020B0604020202020204" pitchFamily="34" charset="0"/>
              </a:rPr>
              <a:t>TABLE DESIGN</a:t>
            </a:r>
            <a:r>
              <a:rPr lang="en-US" sz="24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rPr>
              <a:t> </a:t>
            </a: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p:txBody>
      </p:sp>
      <p:sp>
        <p:nvSpPr>
          <p:cNvPr id="7" name="TextBox 6"/>
          <p:cNvSpPr txBox="1"/>
          <p:nvPr/>
        </p:nvSpPr>
        <p:spPr>
          <a:xfrm>
            <a:off x="1107219" y="2960123"/>
            <a:ext cx="2113079" cy="3693319"/>
          </a:xfrm>
          <a:prstGeom prst="rect">
            <a:avLst/>
          </a:prstGeom>
          <a:noFill/>
        </p:spPr>
        <p:txBody>
          <a:bodyPr wrap="none" rtlCol="0">
            <a:spAutoFit/>
          </a:bodyPr>
          <a:lstStyle/>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Book ID</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Book Subject</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Book Name</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Author</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Joint Author 1</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Book Category</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Book Class</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Publisher Name</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Copyright Year</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Barcode</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ISNB</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Copies</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Status</a:t>
            </a:r>
          </a:p>
        </p:txBody>
      </p:sp>
      <p:sp>
        <p:nvSpPr>
          <p:cNvPr id="8" name="TextBox 7"/>
          <p:cNvSpPr txBox="1"/>
          <p:nvPr/>
        </p:nvSpPr>
        <p:spPr>
          <a:xfrm>
            <a:off x="1389140" y="2560013"/>
            <a:ext cx="1000595" cy="400110"/>
          </a:xfrm>
          <a:prstGeom prst="rect">
            <a:avLst/>
          </a:prstGeom>
          <a:noFill/>
        </p:spPr>
        <p:txBody>
          <a:bodyPr wrap="none" rtlCol="0">
            <a:spAutoFit/>
          </a:bodyPr>
          <a:lstStyle/>
          <a:p>
            <a:r>
              <a:rPr lang="en-PH" sz="2000" dirty="0" smtClean="0">
                <a:latin typeface="AR JULIAN" panose="02000000000000000000" pitchFamily="2" charset="0"/>
              </a:rPr>
              <a:t>BOOKS</a:t>
            </a:r>
            <a:endParaRPr lang="en-PH" sz="2000" dirty="0">
              <a:latin typeface="AR JULIAN" panose="02000000000000000000" pitchFamily="2" charset="0"/>
            </a:endParaRPr>
          </a:p>
        </p:txBody>
      </p:sp>
      <p:pic>
        <p:nvPicPr>
          <p:cNvPr id="10" name="Picture 9"/>
          <p:cNvPicPr/>
          <p:nvPr/>
        </p:nvPicPr>
        <p:blipFill rotWithShape="1">
          <a:blip r:embed="rId2">
            <a:extLst>
              <a:ext uri="{28A0092B-C50C-407E-A947-70E740481C1C}">
                <a14:useLocalDpi xmlns:a14="http://schemas.microsoft.com/office/drawing/2010/main" val="0"/>
              </a:ext>
            </a:extLst>
          </a:blip>
          <a:srcRect r="19217" b="5245"/>
          <a:stretch/>
        </p:blipFill>
        <p:spPr bwMode="auto">
          <a:xfrm>
            <a:off x="4284617" y="2646610"/>
            <a:ext cx="6590746" cy="3636683"/>
          </a:xfrm>
          <a:prstGeom prst="rect">
            <a:avLst/>
          </a:prstGeom>
          <a:ln>
            <a:noFill/>
          </a:ln>
          <a:scene3d>
            <a:camera prst="perspectiveRight"/>
            <a:lightRig rig="threePt" dir="t"/>
          </a:scene3d>
          <a:extLst>
            <a:ext uri="{53640926-AAD7-44D8-BBD7-CCE9431645EC}">
              <a14:shadowObscured xmlns:a14="http://schemas.microsoft.com/office/drawing/2010/main"/>
            </a:ext>
          </a:extLst>
        </p:spPr>
      </p:pic>
    </p:spTree>
    <p:extLst>
      <p:ext uri="{BB962C8B-B14F-4D97-AF65-F5344CB8AC3E}">
        <p14:creationId xmlns:p14="http://schemas.microsoft.com/office/powerpoint/2010/main" val="228773962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06440" y="98474"/>
            <a:ext cx="2433680" cy="1569660"/>
          </a:xfrm>
          <a:prstGeom prst="rect">
            <a:avLst/>
          </a:prstGeom>
          <a:noFill/>
        </p:spPr>
        <p:txBody>
          <a:bodyPr wrap="none" rtlCol="0">
            <a:spAutoFit/>
          </a:bodyPr>
          <a:lstStyle/>
          <a:p>
            <a:r>
              <a:rPr lang="en-PH" sz="9600" dirty="0" smtClean="0">
                <a:solidFill>
                  <a:srgbClr val="0000FF"/>
                </a:solidFill>
                <a:latin typeface="AR JULIAN" panose="02000000000000000000" pitchFamily="2" charset="0"/>
              </a:rPr>
              <a:t>L</a:t>
            </a:r>
            <a:r>
              <a:rPr lang="en-PH" sz="9600" dirty="0" smtClean="0">
                <a:solidFill>
                  <a:srgbClr val="FF0000"/>
                </a:solidFill>
                <a:latin typeface="AR JULIAN" panose="02000000000000000000" pitchFamily="2" charset="0"/>
              </a:rPr>
              <a:t>M</a:t>
            </a:r>
            <a:r>
              <a:rPr lang="en-PH" sz="9600" dirty="0" smtClean="0">
                <a:solidFill>
                  <a:srgbClr val="008000"/>
                </a:solidFill>
                <a:latin typeface="AR JULIAN" panose="02000000000000000000" pitchFamily="2" charset="0"/>
              </a:rPr>
              <a:t>S</a:t>
            </a:r>
            <a:endParaRPr lang="en-PH" sz="9600" dirty="0">
              <a:solidFill>
                <a:srgbClr val="008000"/>
              </a:solidFill>
              <a:latin typeface="AR JULIAN" panose="02000000000000000000" pitchFamily="2" charset="0"/>
            </a:endParaRPr>
          </a:p>
        </p:txBody>
      </p:sp>
      <p:sp>
        <p:nvSpPr>
          <p:cNvPr id="5" name="TextBox 4"/>
          <p:cNvSpPr txBox="1"/>
          <p:nvPr/>
        </p:nvSpPr>
        <p:spPr>
          <a:xfrm>
            <a:off x="3277770" y="661720"/>
            <a:ext cx="7597593" cy="646331"/>
          </a:xfrm>
          <a:prstGeom prst="rect">
            <a:avLst/>
          </a:prstGeom>
          <a:noFill/>
        </p:spPr>
        <p:txBody>
          <a:bodyPr wrap="none" rtlCol="0">
            <a:spAutoFit/>
          </a:bodyPr>
          <a:lstStyle/>
          <a:p>
            <a:r>
              <a:rPr lang="en-PH" sz="3600" dirty="0" smtClean="0">
                <a:solidFill>
                  <a:srgbClr val="0000FF"/>
                </a:solidFill>
                <a:latin typeface="Arial" panose="020B0604020202020204" pitchFamily="34" charset="0"/>
                <a:cs typeface="Arial" panose="020B0604020202020204" pitchFamily="34" charset="0"/>
              </a:rPr>
              <a:t>LIBRARY</a:t>
            </a:r>
            <a:r>
              <a:rPr lang="en-PH" sz="3600" dirty="0" smtClean="0">
                <a:latin typeface="Arial" panose="020B0604020202020204" pitchFamily="34" charset="0"/>
                <a:cs typeface="Arial" panose="020B0604020202020204" pitchFamily="34" charset="0"/>
              </a:rPr>
              <a:t> </a:t>
            </a:r>
            <a:r>
              <a:rPr lang="en-PH" sz="3600" dirty="0" smtClean="0">
                <a:solidFill>
                  <a:srgbClr val="FF0000"/>
                </a:solidFill>
                <a:latin typeface="Arial" panose="020B0604020202020204" pitchFamily="34" charset="0"/>
                <a:cs typeface="Arial" panose="020B0604020202020204" pitchFamily="34" charset="0"/>
              </a:rPr>
              <a:t>MANAGEMENT</a:t>
            </a:r>
            <a:r>
              <a:rPr lang="en-PH" sz="3600" dirty="0" smtClean="0">
                <a:latin typeface="Arial" panose="020B0604020202020204" pitchFamily="34" charset="0"/>
                <a:cs typeface="Arial" panose="020B0604020202020204" pitchFamily="34" charset="0"/>
              </a:rPr>
              <a:t> </a:t>
            </a:r>
            <a:r>
              <a:rPr lang="en-PH" sz="3600" dirty="0" smtClean="0">
                <a:solidFill>
                  <a:srgbClr val="008000"/>
                </a:solidFill>
                <a:latin typeface="Arial" panose="020B0604020202020204" pitchFamily="34" charset="0"/>
                <a:cs typeface="Arial" panose="020B0604020202020204" pitchFamily="34" charset="0"/>
              </a:rPr>
              <a:t>SYSTEM</a:t>
            </a:r>
            <a:endParaRPr lang="en-PH" sz="3600" dirty="0">
              <a:solidFill>
                <a:srgbClr val="008000"/>
              </a:solidFill>
              <a:latin typeface="Arial" panose="020B0604020202020204" pitchFamily="34" charset="0"/>
              <a:cs typeface="Arial" panose="020B0604020202020204" pitchFamily="34" charset="0"/>
            </a:endParaRPr>
          </a:p>
        </p:txBody>
      </p:sp>
      <p:sp>
        <p:nvSpPr>
          <p:cNvPr id="6" name="Rectangle 5"/>
          <p:cNvSpPr/>
          <p:nvPr/>
        </p:nvSpPr>
        <p:spPr>
          <a:xfrm>
            <a:off x="932503" y="1506433"/>
            <a:ext cx="9882566" cy="941796"/>
          </a:xfrm>
          <a:prstGeom prst="rect">
            <a:avLst/>
          </a:prstGeom>
        </p:spPr>
        <p:txBody>
          <a:bodyPr wrap="square">
            <a:spAutoFit/>
          </a:bodyPr>
          <a:lstStyle/>
          <a:p>
            <a:pPr algn="ctr">
              <a:lnSpc>
                <a:spcPct val="115000"/>
              </a:lnSpc>
            </a:pPr>
            <a:r>
              <a:rPr lang="en-PH" sz="3600" dirty="0" smtClean="0">
                <a:effectLst/>
                <a:latin typeface="AR JULIAN" panose="02000000000000000000" pitchFamily="2" charset="0"/>
                <a:ea typeface="Calibri" panose="020F0502020204030204" pitchFamily="34" charset="0"/>
                <a:cs typeface="Arial" panose="020B0604020202020204" pitchFamily="34" charset="0"/>
              </a:rPr>
              <a:t>TABLE DESIGN</a:t>
            </a:r>
            <a:r>
              <a:rPr lang="en-US" sz="24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rPr>
              <a:t> </a:t>
            </a: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p:txBody>
      </p:sp>
      <p:pic>
        <p:nvPicPr>
          <p:cNvPr id="10" name="Picture 9"/>
          <p:cNvPicPr/>
          <p:nvPr/>
        </p:nvPicPr>
        <p:blipFill rotWithShape="1">
          <a:blip r:embed="rId2">
            <a:extLst>
              <a:ext uri="{28A0092B-C50C-407E-A947-70E740481C1C}">
                <a14:useLocalDpi xmlns:a14="http://schemas.microsoft.com/office/drawing/2010/main" val="0"/>
              </a:ext>
            </a:extLst>
          </a:blip>
          <a:srcRect r="19577" b="5269"/>
          <a:stretch/>
        </p:blipFill>
        <p:spPr bwMode="auto">
          <a:xfrm>
            <a:off x="4284617" y="2646611"/>
            <a:ext cx="6530452" cy="3636683"/>
          </a:xfrm>
          <a:prstGeom prst="rect">
            <a:avLst/>
          </a:prstGeom>
          <a:ln>
            <a:noFill/>
          </a:ln>
          <a:scene3d>
            <a:camera prst="perspectiveRight"/>
            <a:lightRig rig="threePt" dir="t"/>
          </a:scene3d>
          <a:extLst>
            <a:ext uri="{53640926-AAD7-44D8-BBD7-CCE9431645EC}">
              <a14:shadowObscured xmlns:a14="http://schemas.microsoft.com/office/drawing/2010/main"/>
            </a:ext>
          </a:extLst>
        </p:spPr>
      </p:pic>
      <p:sp>
        <p:nvSpPr>
          <p:cNvPr id="13" name="TextBox 12"/>
          <p:cNvSpPr txBox="1"/>
          <p:nvPr/>
        </p:nvSpPr>
        <p:spPr>
          <a:xfrm>
            <a:off x="97374" y="2560013"/>
            <a:ext cx="4084773" cy="400110"/>
          </a:xfrm>
          <a:prstGeom prst="rect">
            <a:avLst/>
          </a:prstGeom>
          <a:noFill/>
        </p:spPr>
        <p:txBody>
          <a:bodyPr wrap="none" rtlCol="0">
            <a:spAutoFit/>
          </a:bodyPr>
          <a:lstStyle/>
          <a:p>
            <a:r>
              <a:rPr lang="en-PH" sz="2000" dirty="0" smtClean="0">
                <a:latin typeface="AR JULIAN" panose="02000000000000000000" pitchFamily="2" charset="0"/>
              </a:rPr>
              <a:t>BOOK LOST AND REPLACEMENT</a:t>
            </a:r>
            <a:endParaRPr lang="en-PH" sz="2000" dirty="0">
              <a:latin typeface="AR JULIAN" panose="02000000000000000000" pitchFamily="2" charset="0"/>
            </a:endParaRPr>
          </a:p>
        </p:txBody>
      </p:sp>
      <p:sp>
        <p:nvSpPr>
          <p:cNvPr id="14" name="TextBox 13"/>
          <p:cNvSpPr txBox="1"/>
          <p:nvPr/>
        </p:nvSpPr>
        <p:spPr>
          <a:xfrm>
            <a:off x="700818" y="3206862"/>
            <a:ext cx="3328155" cy="2308324"/>
          </a:xfrm>
          <a:prstGeom prst="rect">
            <a:avLst/>
          </a:prstGeom>
          <a:noFill/>
        </p:spPr>
        <p:txBody>
          <a:bodyPr wrap="none" rtlCol="0">
            <a:spAutoFit/>
          </a:bodyPr>
          <a:lstStyle/>
          <a:p>
            <a:pPr marL="285750" indent="-285750">
              <a:buFont typeface="Wingdings" panose="05000000000000000000" pitchFamily="2" charset="2"/>
              <a:buChar char="Ø"/>
            </a:pPr>
            <a:r>
              <a:rPr lang="en-US" dirty="0" smtClean="0">
                <a:solidFill>
                  <a:schemeClr val="accent5">
                    <a:lumMod val="50000"/>
                  </a:schemeClr>
                </a:solidFill>
                <a:latin typeface="AR JULIAN" panose="02000000000000000000" pitchFamily="2" charset="0"/>
              </a:rPr>
              <a:t>Book ID</a:t>
            </a:r>
            <a:endParaRPr lang="en-US" dirty="0">
              <a:solidFill>
                <a:schemeClr val="accent5">
                  <a:lumMod val="50000"/>
                </a:schemeClr>
              </a:solidFill>
              <a:latin typeface="AR JULIAN" panose="02000000000000000000" pitchFamily="2" charset="0"/>
            </a:endParaRPr>
          </a:p>
          <a:p>
            <a:pPr marL="285750" indent="-285750">
              <a:buFont typeface="Wingdings" panose="05000000000000000000" pitchFamily="2" charset="2"/>
              <a:buChar char="Ø"/>
            </a:pPr>
            <a:r>
              <a:rPr lang="en-US" dirty="0">
                <a:solidFill>
                  <a:schemeClr val="accent5">
                    <a:lumMod val="50000"/>
                  </a:schemeClr>
                </a:solidFill>
                <a:latin typeface="AR JULIAN" panose="02000000000000000000" pitchFamily="2" charset="0"/>
              </a:rPr>
              <a:t>Book name lost</a:t>
            </a:r>
          </a:p>
          <a:p>
            <a:pPr marL="285750" indent="-285750">
              <a:buFont typeface="Wingdings" panose="05000000000000000000" pitchFamily="2" charset="2"/>
              <a:buChar char="Ø"/>
            </a:pPr>
            <a:r>
              <a:rPr lang="en-US" dirty="0">
                <a:solidFill>
                  <a:schemeClr val="accent5">
                    <a:lumMod val="50000"/>
                  </a:schemeClr>
                </a:solidFill>
                <a:latin typeface="AR JULIAN" panose="02000000000000000000" pitchFamily="2" charset="0"/>
              </a:rPr>
              <a:t>Book author </a:t>
            </a:r>
          </a:p>
          <a:p>
            <a:pPr marL="285750" indent="-285750">
              <a:buFont typeface="Wingdings" panose="05000000000000000000" pitchFamily="2" charset="2"/>
              <a:buChar char="Ø"/>
            </a:pPr>
            <a:r>
              <a:rPr lang="en-US" dirty="0">
                <a:solidFill>
                  <a:schemeClr val="accent5">
                    <a:lumMod val="50000"/>
                  </a:schemeClr>
                </a:solidFill>
                <a:latin typeface="AR JULIAN" panose="02000000000000000000" pitchFamily="2" charset="0"/>
              </a:rPr>
              <a:t>Book replacement name</a:t>
            </a:r>
            <a:endParaRPr lang="en-PH" dirty="0">
              <a:solidFill>
                <a:schemeClr val="accent5">
                  <a:lumMod val="50000"/>
                </a:schemeClr>
              </a:solidFill>
              <a:latin typeface="AR JULIAN" panose="02000000000000000000" pitchFamily="2" charset="0"/>
            </a:endParaRPr>
          </a:p>
          <a:p>
            <a:pPr marL="285750" indent="-285750">
              <a:buFont typeface="Wingdings" panose="05000000000000000000" pitchFamily="2" charset="2"/>
              <a:buChar char="Ø"/>
            </a:pPr>
            <a:r>
              <a:rPr lang="en-US" dirty="0">
                <a:solidFill>
                  <a:schemeClr val="accent5">
                    <a:lumMod val="50000"/>
                  </a:schemeClr>
                </a:solidFill>
                <a:latin typeface="AR JULIAN" panose="02000000000000000000" pitchFamily="2" charset="0"/>
              </a:rPr>
              <a:t>Book replacement author </a:t>
            </a:r>
          </a:p>
          <a:p>
            <a:pPr marL="285750" indent="-285750">
              <a:buFont typeface="Wingdings" panose="05000000000000000000" pitchFamily="2" charset="2"/>
              <a:buChar char="Ø"/>
            </a:pPr>
            <a:r>
              <a:rPr lang="en-US" dirty="0">
                <a:solidFill>
                  <a:schemeClr val="accent5">
                    <a:lumMod val="50000"/>
                  </a:schemeClr>
                </a:solidFill>
                <a:latin typeface="AR JULIAN" panose="02000000000000000000" pitchFamily="2" charset="0"/>
              </a:rPr>
              <a:t>Book replacement ID</a:t>
            </a:r>
          </a:p>
          <a:p>
            <a:pPr marL="285750" indent="-285750">
              <a:buFont typeface="Wingdings" panose="05000000000000000000" pitchFamily="2" charset="2"/>
              <a:buChar char="Ø"/>
            </a:pPr>
            <a:r>
              <a:rPr lang="en-US" dirty="0">
                <a:solidFill>
                  <a:schemeClr val="accent5">
                    <a:lumMod val="50000"/>
                  </a:schemeClr>
                </a:solidFill>
                <a:latin typeface="AR JULIAN" panose="02000000000000000000" pitchFamily="2" charset="0"/>
              </a:rPr>
              <a:t>Price</a:t>
            </a:r>
          </a:p>
          <a:p>
            <a:pPr marL="285750" indent="-285750">
              <a:buFont typeface="Wingdings" panose="05000000000000000000" pitchFamily="2" charset="2"/>
              <a:buChar char="Ø"/>
            </a:pPr>
            <a:r>
              <a:rPr lang="en-US" dirty="0">
                <a:solidFill>
                  <a:schemeClr val="accent5">
                    <a:lumMod val="50000"/>
                  </a:schemeClr>
                </a:solidFill>
                <a:latin typeface="AR JULIAN" panose="02000000000000000000" pitchFamily="2" charset="0"/>
              </a:rPr>
              <a:t>Penalty</a:t>
            </a:r>
            <a:endParaRPr lang="en-PH" dirty="0">
              <a:solidFill>
                <a:schemeClr val="accent5">
                  <a:lumMod val="50000"/>
                </a:schemeClr>
              </a:solidFill>
              <a:latin typeface="AR JULIAN" panose="02000000000000000000" pitchFamily="2" charset="0"/>
            </a:endParaRPr>
          </a:p>
        </p:txBody>
      </p:sp>
    </p:spTree>
    <p:extLst>
      <p:ext uri="{BB962C8B-B14F-4D97-AF65-F5344CB8AC3E}">
        <p14:creationId xmlns:p14="http://schemas.microsoft.com/office/powerpoint/2010/main" val="100886498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06440" y="98474"/>
            <a:ext cx="2433680" cy="1569660"/>
          </a:xfrm>
          <a:prstGeom prst="rect">
            <a:avLst/>
          </a:prstGeom>
          <a:noFill/>
        </p:spPr>
        <p:txBody>
          <a:bodyPr wrap="none" rtlCol="0">
            <a:spAutoFit/>
          </a:bodyPr>
          <a:lstStyle/>
          <a:p>
            <a:r>
              <a:rPr lang="en-PH" sz="9600" dirty="0" smtClean="0">
                <a:solidFill>
                  <a:srgbClr val="0000FF"/>
                </a:solidFill>
                <a:latin typeface="AR JULIAN" panose="02000000000000000000" pitchFamily="2" charset="0"/>
              </a:rPr>
              <a:t>L</a:t>
            </a:r>
            <a:r>
              <a:rPr lang="en-PH" sz="9600" dirty="0" smtClean="0">
                <a:solidFill>
                  <a:srgbClr val="FF0000"/>
                </a:solidFill>
                <a:latin typeface="AR JULIAN" panose="02000000000000000000" pitchFamily="2" charset="0"/>
              </a:rPr>
              <a:t>M</a:t>
            </a:r>
            <a:r>
              <a:rPr lang="en-PH" sz="9600" dirty="0" smtClean="0">
                <a:solidFill>
                  <a:srgbClr val="008000"/>
                </a:solidFill>
                <a:latin typeface="AR JULIAN" panose="02000000000000000000" pitchFamily="2" charset="0"/>
              </a:rPr>
              <a:t>S</a:t>
            </a:r>
            <a:endParaRPr lang="en-PH" sz="9600" dirty="0">
              <a:solidFill>
                <a:srgbClr val="008000"/>
              </a:solidFill>
              <a:latin typeface="AR JULIAN" panose="02000000000000000000" pitchFamily="2" charset="0"/>
            </a:endParaRPr>
          </a:p>
        </p:txBody>
      </p:sp>
      <p:sp>
        <p:nvSpPr>
          <p:cNvPr id="5" name="TextBox 4"/>
          <p:cNvSpPr txBox="1"/>
          <p:nvPr/>
        </p:nvSpPr>
        <p:spPr>
          <a:xfrm>
            <a:off x="3277770" y="661720"/>
            <a:ext cx="7597593" cy="646331"/>
          </a:xfrm>
          <a:prstGeom prst="rect">
            <a:avLst/>
          </a:prstGeom>
          <a:noFill/>
        </p:spPr>
        <p:txBody>
          <a:bodyPr wrap="none" rtlCol="0">
            <a:spAutoFit/>
          </a:bodyPr>
          <a:lstStyle/>
          <a:p>
            <a:r>
              <a:rPr lang="en-PH" sz="3600" dirty="0" smtClean="0">
                <a:solidFill>
                  <a:srgbClr val="0000FF"/>
                </a:solidFill>
                <a:latin typeface="Arial" panose="020B0604020202020204" pitchFamily="34" charset="0"/>
                <a:cs typeface="Arial" panose="020B0604020202020204" pitchFamily="34" charset="0"/>
              </a:rPr>
              <a:t>LIBRARY</a:t>
            </a:r>
            <a:r>
              <a:rPr lang="en-PH" sz="3600" dirty="0" smtClean="0">
                <a:latin typeface="Arial" panose="020B0604020202020204" pitchFamily="34" charset="0"/>
                <a:cs typeface="Arial" panose="020B0604020202020204" pitchFamily="34" charset="0"/>
              </a:rPr>
              <a:t> </a:t>
            </a:r>
            <a:r>
              <a:rPr lang="en-PH" sz="3600" dirty="0" smtClean="0">
                <a:solidFill>
                  <a:srgbClr val="FF0000"/>
                </a:solidFill>
                <a:latin typeface="Arial" panose="020B0604020202020204" pitchFamily="34" charset="0"/>
                <a:cs typeface="Arial" panose="020B0604020202020204" pitchFamily="34" charset="0"/>
              </a:rPr>
              <a:t>MANAGEMENT</a:t>
            </a:r>
            <a:r>
              <a:rPr lang="en-PH" sz="3600" dirty="0" smtClean="0">
                <a:latin typeface="Arial" panose="020B0604020202020204" pitchFamily="34" charset="0"/>
                <a:cs typeface="Arial" panose="020B0604020202020204" pitchFamily="34" charset="0"/>
              </a:rPr>
              <a:t> </a:t>
            </a:r>
            <a:r>
              <a:rPr lang="en-PH" sz="3600" dirty="0" smtClean="0">
                <a:solidFill>
                  <a:srgbClr val="008000"/>
                </a:solidFill>
                <a:latin typeface="Arial" panose="020B0604020202020204" pitchFamily="34" charset="0"/>
                <a:cs typeface="Arial" panose="020B0604020202020204" pitchFamily="34" charset="0"/>
              </a:rPr>
              <a:t>SYSTEM</a:t>
            </a:r>
            <a:endParaRPr lang="en-PH" sz="3600" dirty="0">
              <a:solidFill>
                <a:srgbClr val="008000"/>
              </a:solidFill>
              <a:latin typeface="Arial" panose="020B0604020202020204" pitchFamily="34" charset="0"/>
              <a:cs typeface="Arial" panose="020B0604020202020204" pitchFamily="34" charset="0"/>
            </a:endParaRPr>
          </a:p>
        </p:txBody>
      </p:sp>
      <p:sp>
        <p:nvSpPr>
          <p:cNvPr id="6" name="Rectangle 5"/>
          <p:cNvSpPr/>
          <p:nvPr/>
        </p:nvSpPr>
        <p:spPr>
          <a:xfrm>
            <a:off x="932503" y="1506433"/>
            <a:ext cx="9882566" cy="941796"/>
          </a:xfrm>
          <a:prstGeom prst="rect">
            <a:avLst/>
          </a:prstGeom>
        </p:spPr>
        <p:txBody>
          <a:bodyPr wrap="square">
            <a:spAutoFit/>
          </a:bodyPr>
          <a:lstStyle/>
          <a:p>
            <a:pPr algn="ctr">
              <a:lnSpc>
                <a:spcPct val="115000"/>
              </a:lnSpc>
            </a:pPr>
            <a:r>
              <a:rPr lang="en-PH" sz="3600" dirty="0" smtClean="0">
                <a:effectLst/>
                <a:latin typeface="AR JULIAN" panose="02000000000000000000" pitchFamily="2" charset="0"/>
                <a:ea typeface="Calibri" panose="020F0502020204030204" pitchFamily="34" charset="0"/>
                <a:cs typeface="Arial" panose="020B0604020202020204" pitchFamily="34" charset="0"/>
              </a:rPr>
              <a:t>TABLE DESIGN</a:t>
            </a:r>
            <a:r>
              <a:rPr lang="en-US" sz="24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rPr>
              <a:t> </a:t>
            </a: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p:txBody>
      </p:sp>
      <p:sp>
        <p:nvSpPr>
          <p:cNvPr id="7" name="TextBox 6"/>
          <p:cNvSpPr txBox="1"/>
          <p:nvPr/>
        </p:nvSpPr>
        <p:spPr>
          <a:xfrm>
            <a:off x="1311038" y="3682185"/>
            <a:ext cx="1151277" cy="1200329"/>
          </a:xfrm>
          <a:prstGeom prst="rect">
            <a:avLst/>
          </a:prstGeom>
          <a:noFill/>
        </p:spPr>
        <p:txBody>
          <a:bodyPr wrap="none" rtlCol="0">
            <a:spAutoFit/>
          </a:bodyPr>
          <a:lstStyle/>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Date</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Time</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Action</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ID</a:t>
            </a:r>
          </a:p>
        </p:txBody>
      </p:sp>
      <p:sp>
        <p:nvSpPr>
          <p:cNvPr id="8" name="TextBox 7"/>
          <p:cNvSpPr txBox="1"/>
          <p:nvPr/>
        </p:nvSpPr>
        <p:spPr>
          <a:xfrm>
            <a:off x="1010476" y="2950060"/>
            <a:ext cx="2034531" cy="400110"/>
          </a:xfrm>
          <a:prstGeom prst="rect">
            <a:avLst/>
          </a:prstGeom>
          <a:noFill/>
        </p:spPr>
        <p:txBody>
          <a:bodyPr wrap="none" rtlCol="0">
            <a:spAutoFit/>
          </a:bodyPr>
          <a:lstStyle/>
          <a:p>
            <a:r>
              <a:rPr lang="en-PH" sz="2000" dirty="0" smtClean="0">
                <a:latin typeface="AR JULIAN" panose="02000000000000000000" pitchFamily="2" charset="0"/>
              </a:rPr>
              <a:t>LOGS ACTIVITY</a:t>
            </a:r>
            <a:endParaRPr lang="en-PH" sz="2000" dirty="0">
              <a:latin typeface="AR JULIAN" panose="02000000000000000000" pitchFamily="2" charset="0"/>
            </a:endParaRPr>
          </a:p>
        </p:txBody>
      </p:sp>
      <p:pic>
        <p:nvPicPr>
          <p:cNvPr id="10" name="Picture 9"/>
          <p:cNvPicPr/>
          <p:nvPr/>
        </p:nvPicPr>
        <p:blipFill rotWithShape="1">
          <a:blip r:embed="rId2">
            <a:extLst>
              <a:ext uri="{28A0092B-C50C-407E-A947-70E740481C1C}">
                <a14:useLocalDpi xmlns:a14="http://schemas.microsoft.com/office/drawing/2010/main" val="0"/>
              </a:ext>
            </a:extLst>
          </a:blip>
          <a:srcRect r="19577" b="5269"/>
          <a:stretch/>
        </p:blipFill>
        <p:spPr bwMode="auto">
          <a:xfrm>
            <a:off x="4271553" y="2646611"/>
            <a:ext cx="6543516" cy="3636684"/>
          </a:xfrm>
          <a:prstGeom prst="rect">
            <a:avLst/>
          </a:prstGeom>
          <a:ln>
            <a:noFill/>
          </a:ln>
          <a:scene3d>
            <a:camera prst="perspectiveRight"/>
            <a:lightRig rig="threePt" dir="t"/>
          </a:scene3d>
          <a:extLst>
            <a:ext uri="{53640926-AAD7-44D8-BBD7-CCE9431645EC}">
              <a14:shadowObscured xmlns:a14="http://schemas.microsoft.com/office/drawing/2010/main"/>
            </a:ext>
          </a:extLst>
        </p:spPr>
      </p:pic>
    </p:spTree>
    <p:extLst>
      <p:ext uri="{BB962C8B-B14F-4D97-AF65-F5344CB8AC3E}">
        <p14:creationId xmlns:p14="http://schemas.microsoft.com/office/powerpoint/2010/main" val="153682720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06440" y="98474"/>
            <a:ext cx="2433680" cy="1569660"/>
          </a:xfrm>
          <a:prstGeom prst="rect">
            <a:avLst/>
          </a:prstGeom>
          <a:noFill/>
        </p:spPr>
        <p:txBody>
          <a:bodyPr wrap="none" rtlCol="0">
            <a:spAutoFit/>
          </a:bodyPr>
          <a:lstStyle/>
          <a:p>
            <a:r>
              <a:rPr lang="en-PH" sz="9600" dirty="0" smtClean="0">
                <a:solidFill>
                  <a:srgbClr val="0000FF"/>
                </a:solidFill>
                <a:latin typeface="AR JULIAN" panose="02000000000000000000" pitchFamily="2" charset="0"/>
              </a:rPr>
              <a:t>L</a:t>
            </a:r>
            <a:r>
              <a:rPr lang="en-PH" sz="9600" dirty="0" smtClean="0">
                <a:solidFill>
                  <a:srgbClr val="FF0000"/>
                </a:solidFill>
                <a:latin typeface="AR JULIAN" panose="02000000000000000000" pitchFamily="2" charset="0"/>
              </a:rPr>
              <a:t>M</a:t>
            </a:r>
            <a:r>
              <a:rPr lang="en-PH" sz="9600" dirty="0" smtClean="0">
                <a:solidFill>
                  <a:srgbClr val="008000"/>
                </a:solidFill>
                <a:latin typeface="AR JULIAN" panose="02000000000000000000" pitchFamily="2" charset="0"/>
              </a:rPr>
              <a:t>S</a:t>
            </a:r>
            <a:endParaRPr lang="en-PH" sz="9600" dirty="0">
              <a:solidFill>
                <a:srgbClr val="008000"/>
              </a:solidFill>
              <a:latin typeface="AR JULIAN" panose="02000000000000000000" pitchFamily="2" charset="0"/>
            </a:endParaRPr>
          </a:p>
        </p:txBody>
      </p:sp>
      <p:sp>
        <p:nvSpPr>
          <p:cNvPr id="5" name="TextBox 4"/>
          <p:cNvSpPr txBox="1"/>
          <p:nvPr/>
        </p:nvSpPr>
        <p:spPr>
          <a:xfrm>
            <a:off x="3277770" y="661720"/>
            <a:ext cx="7597593" cy="646331"/>
          </a:xfrm>
          <a:prstGeom prst="rect">
            <a:avLst/>
          </a:prstGeom>
          <a:noFill/>
        </p:spPr>
        <p:txBody>
          <a:bodyPr wrap="none" rtlCol="0">
            <a:spAutoFit/>
          </a:bodyPr>
          <a:lstStyle/>
          <a:p>
            <a:r>
              <a:rPr lang="en-PH" sz="3600" dirty="0" smtClean="0">
                <a:solidFill>
                  <a:srgbClr val="0000FF"/>
                </a:solidFill>
                <a:latin typeface="Arial" panose="020B0604020202020204" pitchFamily="34" charset="0"/>
                <a:cs typeface="Arial" panose="020B0604020202020204" pitchFamily="34" charset="0"/>
              </a:rPr>
              <a:t>LIBRARY</a:t>
            </a:r>
            <a:r>
              <a:rPr lang="en-PH" sz="3600" dirty="0" smtClean="0">
                <a:latin typeface="Arial" panose="020B0604020202020204" pitchFamily="34" charset="0"/>
                <a:cs typeface="Arial" panose="020B0604020202020204" pitchFamily="34" charset="0"/>
              </a:rPr>
              <a:t> </a:t>
            </a:r>
            <a:r>
              <a:rPr lang="en-PH" sz="3600" dirty="0" smtClean="0">
                <a:solidFill>
                  <a:srgbClr val="FF0000"/>
                </a:solidFill>
                <a:latin typeface="Arial" panose="020B0604020202020204" pitchFamily="34" charset="0"/>
                <a:cs typeface="Arial" panose="020B0604020202020204" pitchFamily="34" charset="0"/>
              </a:rPr>
              <a:t>MANAGEMENT</a:t>
            </a:r>
            <a:r>
              <a:rPr lang="en-PH" sz="3600" dirty="0" smtClean="0">
                <a:latin typeface="Arial" panose="020B0604020202020204" pitchFamily="34" charset="0"/>
                <a:cs typeface="Arial" panose="020B0604020202020204" pitchFamily="34" charset="0"/>
              </a:rPr>
              <a:t> </a:t>
            </a:r>
            <a:r>
              <a:rPr lang="en-PH" sz="3600" dirty="0" smtClean="0">
                <a:solidFill>
                  <a:srgbClr val="008000"/>
                </a:solidFill>
                <a:latin typeface="Arial" panose="020B0604020202020204" pitchFamily="34" charset="0"/>
                <a:cs typeface="Arial" panose="020B0604020202020204" pitchFamily="34" charset="0"/>
              </a:rPr>
              <a:t>SYSTEM</a:t>
            </a:r>
            <a:endParaRPr lang="en-PH" sz="3600" dirty="0">
              <a:solidFill>
                <a:srgbClr val="008000"/>
              </a:solidFill>
              <a:latin typeface="Arial" panose="020B0604020202020204" pitchFamily="34" charset="0"/>
              <a:cs typeface="Arial" panose="020B0604020202020204" pitchFamily="34" charset="0"/>
            </a:endParaRPr>
          </a:p>
        </p:txBody>
      </p:sp>
      <p:sp>
        <p:nvSpPr>
          <p:cNvPr id="6" name="Rectangle 5"/>
          <p:cNvSpPr/>
          <p:nvPr/>
        </p:nvSpPr>
        <p:spPr>
          <a:xfrm>
            <a:off x="932503" y="1506433"/>
            <a:ext cx="9882566" cy="941796"/>
          </a:xfrm>
          <a:prstGeom prst="rect">
            <a:avLst/>
          </a:prstGeom>
        </p:spPr>
        <p:txBody>
          <a:bodyPr wrap="square">
            <a:spAutoFit/>
          </a:bodyPr>
          <a:lstStyle/>
          <a:p>
            <a:pPr algn="ctr">
              <a:lnSpc>
                <a:spcPct val="115000"/>
              </a:lnSpc>
            </a:pPr>
            <a:r>
              <a:rPr lang="en-PH" sz="3600" dirty="0" smtClean="0">
                <a:effectLst/>
                <a:latin typeface="AR JULIAN" panose="02000000000000000000" pitchFamily="2" charset="0"/>
                <a:ea typeface="Calibri" panose="020F0502020204030204" pitchFamily="34" charset="0"/>
                <a:cs typeface="Arial" panose="020B0604020202020204" pitchFamily="34" charset="0"/>
              </a:rPr>
              <a:t>TABLE DESIGN</a:t>
            </a:r>
            <a:r>
              <a:rPr lang="en-US" sz="24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rPr>
              <a:t> </a:t>
            </a: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p:txBody>
      </p:sp>
      <p:sp>
        <p:nvSpPr>
          <p:cNvPr id="7" name="TextBox 6"/>
          <p:cNvSpPr txBox="1"/>
          <p:nvPr/>
        </p:nvSpPr>
        <p:spPr>
          <a:xfrm>
            <a:off x="1311038" y="3682185"/>
            <a:ext cx="1151277" cy="1477328"/>
          </a:xfrm>
          <a:prstGeom prst="rect">
            <a:avLst/>
          </a:prstGeom>
          <a:noFill/>
        </p:spPr>
        <p:txBody>
          <a:bodyPr wrap="none" rtlCol="0">
            <a:spAutoFit/>
          </a:bodyPr>
          <a:lstStyle/>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Date</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Time</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Name</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Action</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ID</a:t>
            </a:r>
          </a:p>
        </p:txBody>
      </p:sp>
      <p:sp>
        <p:nvSpPr>
          <p:cNvPr id="8" name="TextBox 7"/>
          <p:cNvSpPr txBox="1"/>
          <p:nvPr/>
        </p:nvSpPr>
        <p:spPr>
          <a:xfrm>
            <a:off x="1010476" y="2950060"/>
            <a:ext cx="1863011" cy="400110"/>
          </a:xfrm>
          <a:prstGeom prst="rect">
            <a:avLst/>
          </a:prstGeom>
          <a:noFill/>
        </p:spPr>
        <p:txBody>
          <a:bodyPr wrap="none" rtlCol="0">
            <a:spAutoFit/>
          </a:bodyPr>
          <a:lstStyle/>
          <a:p>
            <a:r>
              <a:rPr lang="en-PH" sz="2000" dirty="0" smtClean="0">
                <a:latin typeface="AR JULIAN" panose="02000000000000000000" pitchFamily="2" charset="0"/>
              </a:rPr>
              <a:t>LOGS TIME IN</a:t>
            </a:r>
            <a:endParaRPr lang="en-PH" sz="2000" dirty="0">
              <a:latin typeface="AR JULIAN" panose="02000000000000000000" pitchFamily="2" charset="0"/>
            </a:endParaRPr>
          </a:p>
        </p:txBody>
      </p:sp>
      <p:pic>
        <p:nvPicPr>
          <p:cNvPr id="10" name="Picture 9"/>
          <p:cNvPicPr/>
          <p:nvPr/>
        </p:nvPicPr>
        <p:blipFill rotWithShape="1">
          <a:blip r:embed="rId2">
            <a:extLst>
              <a:ext uri="{28A0092B-C50C-407E-A947-70E740481C1C}">
                <a14:useLocalDpi xmlns:a14="http://schemas.microsoft.com/office/drawing/2010/main" val="0"/>
              </a:ext>
            </a:extLst>
          </a:blip>
          <a:srcRect r="19953" b="5628"/>
          <a:stretch/>
        </p:blipFill>
        <p:spPr bwMode="auto">
          <a:xfrm>
            <a:off x="4271553" y="2646611"/>
            <a:ext cx="6603809" cy="3636684"/>
          </a:xfrm>
          <a:prstGeom prst="rect">
            <a:avLst/>
          </a:prstGeom>
          <a:ln>
            <a:noFill/>
          </a:ln>
          <a:scene3d>
            <a:camera prst="perspectiveRight"/>
            <a:lightRig rig="threePt" dir="t"/>
          </a:scene3d>
          <a:extLst>
            <a:ext uri="{53640926-AAD7-44D8-BBD7-CCE9431645EC}">
              <a14:shadowObscured xmlns:a14="http://schemas.microsoft.com/office/drawing/2010/main"/>
            </a:ext>
          </a:extLst>
        </p:spPr>
      </p:pic>
    </p:spTree>
    <p:extLst>
      <p:ext uri="{BB962C8B-B14F-4D97-AF65-F5344CB8AC3E}">
        <p14:creationId xmlns:p14="http://schemas.microsoft.com/office/powerpoint/2010/main" val="78211809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06440" y="98474"/>
            <a:ext cx="2433680" cy="1569660"/>
          </a:xfrm>
          <a:prstGeom prst="rect">
            <a:avLst/>
          </a:prstGeom>
          <a:noFill/>
        </p:spPr>
        <p:txBody>
          <a:bodyPr wrap="none" rtlCol="0">
            <a:spAutoFit/>
          </a:bodyPr>
          <a:lstStyle/>
          <a:p>
            <a:r>
              <a:rPr lang="en-PH" sz="9600" dirty="0" smtClean="0">
                <a:solidFill>
                  <a:srgbClr val="0000FF"/>
                </a:solidFill>
                <a:latin typeface="AR JULIAN" panose="02000000000000000000" pitchFamily="2" charset="0"/>
              </a:rPr>
              <a:t>L</a:t>
            </a:r>
            <a:r>
              <a:rPr lang="en-PH" sz="9600" dirty="0" smtClean="0">
                <a:solidFill>
                  <a:srgbClr val="FF0000"/>
                </a:solidFill>
                <a:latin typeface="AR JULIAN" panose="02000000000000000000" pitchFamily="2" charset="0"/>
              </a:rPr>
              <a:t>M</a:t>
            </a:r>
            <a:r>
              <a:rPr lang="en-PH" sz="9600" dirty="0" smtClean="0">
                <a:solidFill>
                  <a:srgbClr val="008000"/>
                </a:solidFill>
                <a:latin typeface="AR JULIAN" panose="02000000000000000000" pitchFamily="2" charset="0"/>
              </a:rPr>
              <a:t>S</a:t>
            </a:r>
            <a:endParaRPr lang="en-PH" sz="9600" dirty="0">
              <a:solidFill>
                <a:srgbClr val="008000"/>
              </a:solidFill>
              <a:latin typeface="AR JULIAN" panose="02000000000000000000" pitchFamily="2" charset="0"/>
            </a:endParaRPr>
          </a:p>
        </p:txBody>
      </p:sp>
      <p:sp>
        <p:nvSpPr>
          <p:cNvPr id="5" name="TextBox 4"/>
          <p:cNvSpPr txBox="1"/>
          <p:nvPr/>
        </p:nvSpPr>
        <p:spPr>
          <a:xfrm>
            <a:off x="3277770" y="661720"/>
            <a:ext cx="7597593" cy="646331"/>
          </a:xfrm>
          <a:prstGeom prst="rect">
            <a:avLst/>
          </a:prstGeom>
          <a:noFill/>
        </p:spPr>
        <p:txBody>
          <a:bodyPr wrap="none" rtlCol="0">
            <a:spAutoFit/>
          </a:bodyPr>
          <a:lstStyle/>
          <a:p>
            <a:r>
              <a:rPr lang="en-PH" sz="3600" dirty="0" smtClean="0">
                <a:solidFill>
                  <a:srgbClr val="0000FF"/>
                </a:solidFill>
                <a:latin typeface="Arial" panose="020B0604020202020204" pitchFamily="34" charset="0"/>
                <a:cs typeface="Arial" panose="020B0604020202020204" pitchFamily="34" charset="0"/>
              </a:rPr>
              <a:t>LIBRARY</a:t>
            </a:r>
            <a:r>
              <a:rPr lang="en-PH" sz="3600" dirty="0" smtClean="0">
                <a:latin typeface="Arial" panose="020B0604020202020204" pitchFamily="34" charset="0"/>
                <a:cs typeface="Arial" panose="020B0604020202020204" pitchFamily="34" charset="0"/>
              </a:rPr>
              <a:t> </a:t>
            </a:r>
            <a:r>
              <a:rPr lang="en-PH" sz="3600" dirty="0" smtClean="0">
                <a:solidFill>
                  <a:srgbClr val="FF0000"/>
                </a:solidFill>
                <a:latin typeface="Arial" panose="020B0604020202020204" pitchFamily="34" charset="0"/>
                <a:cs typeface="Arial" panose="020B0604020202020204" pitchFamily="34" charset="0"/>
              </a:rPr>
              <a:t>MANAGEMENT</a:t>
            </a:r>
            <a:r>
              <a:rPr lang="en-PH" sz="3600" dirty="0" smtClean="0">
                <a:latin typeface="Arial" panose="020B0604020202020204" pitchFamily="34" charset="0"/>
                <a:cs typeface="Arial" panose="020B0604020202020204" pitchFamily="34" charset="0"/>
              </a:rPr>
              <a:t> </a:t>
            </a:r>
            <a:r>
              <a:rPr lang="en-PH" sz="3600" dirty="0" smtClean="0">
                <a:solidFill>
                  <a:srgbClr val="008000"/>
                </a:solidFill>
                <a:latin typeface="Arial" panose="020B0604020202020204" pitchFamily="34" charset="0"/>
                <a:cs typeface="Arial" panose="020B0604020202020204" pitchFamily="34" charset="0"/>
              </a:rPr>
              <a:t>SYSTEM</a:t>
            </a:r>
            <a:endParaRPr lang="en-PH" sz="3600" dirty="0">
              <a:solidFill>
                <a:srgbClr val="008000"/>
              </a:solidFill>
              <a:latin typeface="Arial" panose="020B0604020202020204" pitchFamily="34" charset="0"/>
              <a:cs typeface="Arial" panose="020B0604020202020204" pitchFamily="34" charset="0"/>
            </a:endParaRPr>
          </a:p>
        </p:txBody>
      </p:sp>
      <p:sp>
        <p:nvSpPr>
          <p:cNvPr id="6" name="Rectangle 5"/>
          <p:cNvSpPr/>
          <p:nvPr/>
        </p:nvSpPr>
        <p:spPr>
          <a:xfrm>
            <a:off x="932503" y="1506433"/>
            <a:ext cx="9882566" cy="941796"/>
          </a:xfrm>
          <a:prstGeom prst="rect">
            <a:avLst/>
          </a:prstGeom>
        </p:spPr>
        <p:txBody>
          <a:bodyPr wrap="square">
            <a:spAutoFit/>
          </a:bodyPr>
          <a:lstStyle/>
          <a:p>
            <a:pPr algn="ctr">
              <a:lnSpc>
                <a:spcPct val="115000"/>
              </a:lnSpc>
            </a:pPr>
            <a:r>
              <a:rPr lang="en-PH" sz="3600" dirty="0" smtClean="0">
                <a:effectLst/>
                <a:latin typeface="AR JULIAN" panose="02000000000000000000" pitchFamily="2" charset="0"/>
                <a:ea typeface="Calibri" panose="020F0502020204030204" pitchFamily="34" charset="0"/>
                <a:cs typeface="Arial" panose="020B0604020202020204" pitchFamily="34" charset="0"/>
              </a:rPr>
              <a:t>TABLE DESIGN</a:t>
            </a:r>
            <a:r>
              <a:rPr lang="en-US" sz="24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rPr>
              <a:t> </a:t>
            </a: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p:txBody>
      </p:sp>
      <p:sp>
        <p:nvSpPr>
          <p:cNvPr id="7" name="TextBox 6"/>
          <p:cNvSpPr txBox="1"/>
          <p:nvPr/>
        </p:nvSpPr>
        <p:spPr>
          <a:xfrm>
            <a:off x="1311038" y="3682185"/>
            <a:ext cx="1151277" cy="1477328"/>
          </a:xfrm>
          <a:prstGeom prst="rect">
            <a:avLst/>
          </a:prstGeom>
          <a:noFill/>
        </p:spPr>
        <p:txBody>
          <a:bodyPr wrap="none" rtlCol="0">
            <a:spAutoFit/>
          </a:bodyPr>
          <a:lstStyle/>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Date</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Time</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Name</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Action</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ID</a:t>
            </a:r>
          </a:p>
        </p:txBody>
      </p:sp>
      <p:sp>
        <p:nvSpPr>
          <p:cNvPr id="8" name="TextBox 7"/>
          <p:cNvSpPr txBox="1"/>
          <p:nvPr/>
        </p:nvSpPr>
        <p:spPr>
          <a:xfrm>
            <a:off x="1010476" y="2950060"/>
            <a:ext cx="2114681" cy="400110"/>
          </a:xfrm>
          <a:prstGeom prst="rect">
            <a:avLst/>
          </a:prstGeom>
          <a:noFill/>
        </p:spPr>
        <p:txBody>
          <a:bodyPr wrap="none" rtlCol="0">
            <a:spAutoFit/>
          </a:bodyPr>
          <a:lstStyle/>
          <a:p>
            <a:r>
              <a:rPr lang="en-PH" sz="2000" dirty="0" smtClean="0">
                <a:latin typeface="AR JULIAN" panose="02000000000000000000" pitchFamily="2" charset="0"/>
              </a:rPr>
              <a:t>LOGS TIME OUT</a:t>
            </a:r>
            <a:endParaRPr lang="en-PH" sz="2000" dirty="0">
              <a:latin typeface="AR JULIAN" panose="02000000000000000000" pitchFamily="2" charset="0"/>
            </a:endParaRPr>
          </a:p>
        </p:txBody>
      </p:sp>
      <p:pic>
        <p:nvPicPr>
          <p:cNvPr id="10" name="Picture 9"/>
          <p:cNvPicPr/>
          <p:nvPr/>
        </p:nvPicPr>
        <p:blipFill rotWithShape="1">
          <a:blip r:embed="rId2">
            <a:extLst>
              <a:ext uri="{28A0092B-C50C-407E-A947-70E740481C1C}">
                <a14:useLocalDpi xmlns:a14="http://schemas.microsoft.com/office/drawing/2010/main" val="0"/>
              </a:ext>
            </a:extLst>
          </a:blip>
          <a:srcRect r="19659" b="5242"/>
          <a:stretch/>
        </p:blipFill>
        <p:spPr bwMode="auto">
          <a:xfrm>
            <a:off x="4271554" y="2646611"/>
            <a:ext cx="6603809" cy="3636684"/>
          </a:xfrm>
          <a:prstGeom prst="rect">
            <a:avLst/>
          </a:prstGeom>
          <a:ln>
            <a:noFill/>
          </a:ln>
          <a:scene3d>
            <a:camera prst="perspectiveRight"/>
            <a:lightRig rig="threePt" dir="t"/>
          </a:scene3d>
          <a:extLst>
            <a:ext uri="{53640926-AAD7-44D8-BBD7-CCE9431645EC}">
              <a14:shadowObscured xmlns:a14="http://schemas.microsoft.com/office/drawing/2010/main"/>
            </a:ext>
          </a:extLst>
        </p:spPr>
      </p:pic>
    </p:spTree>
    <p:extLst>
      <p:ext uri="{BB962C8B-B14F-4D97-AF65-F5344CB8AC3E}">
        <p14:creationId xmlns:p14="http://schemas.microsoft.com/office/powerpoint/2010/main" val="117591840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06440" y="98474"/>
            <a:ext cx="2433680" cy="1569660"/>
          </a:xfrm>
          <a:prstGeom prst="rect">
            <a:avLst/>
          </a:prstGeom>
          <a:noFill/>
        </p:spPr>
        <p:txBody>
          <a:bodyPr wrap="none" rtlCol="0">
            <a:spAutoFit/>
          </a:bodyPr>
          <a:lstStyle/>
          <a:p>
            <a:r>
              <a:rPr lang="en-PH" sz="9600" dirty="0" smtClean="0">
                <a:solidFill>
                  <a:srgbClr val="0000FF"/>
                </a:solidFill>
                <a:latin typeface="AR JULIAN" panose="02000000000000000000" pitchFamily="2" charset="0"/>
              </a:rPr>
              <a:t>L</a:t>
            </a:r>
            <a:r>
              <a:rPr lang="en-PH" sz="9600" dirty="0" smtClean="0">
                <a:solidFill>
                  <a:srgbClr val="FF0000"/>
                </a:solidFill>
                <a:latin typeface="AR JULIAN" panose="02000000000000000000" pitchFamily="2" charset="0"/>
              </a:rPr>
              <a:t>M</a:t>
            </a:r>
            <a:r>
              <a:rPr lang="en-PH" sz="9600" dirty="0" smtClean="0">
                <a:solidFill>
                  <a:srgbClr val="008000"/>
                </a:solidFill>
                <a:latin typeface="AR JULIAN" panose="02000000000000000000" pitchFamily="2" charset="0"/>
              </a:rPr>
              <a:t>S</a:t>
            </a:r>
            <a:endParaRPr lang="en-PH" sz="9600" dirty="0">
              <a:solidFill>
                <a:srgbClr val="008000"/>
              </a:solidFill>
              <a:latin typeface="AR JULIAN" panose="02000000000000000000" pitchFamily="2" charset="0"/>
            </a:endParaRPr>
          </a:p>
        </p:txBody>
      </p:sp>
      <p:sp>
        <p:nvSpPr>
          <p:cNvPr id="5" name="TextBox 4"/>
          <p:cNvSpPr txBox="1"/>
          <p:nvPr/>
        </p:nvSpPr>
        <p:spPr>
          <a:xfrm>
            <a:off x="3277770" y="661720"/>
            <a:ext cx="7597593" cy="646331"/>
          </a:xfrm>
          <a:prstGeom prst="rect">
            <a:avLst/>
          </a:prstGeom>
          <a:noFill/>
        </p:spPr>
        <p:txBody>
          <a:bodyPr wrap="none" rtlCol="0">
            <a:spAutoFit/>
          </a:bodyPr>
          <a:lstStyle/>
          <a:p>
            <a:r>
              <a:rPr lang="en-PH" sz="3600" dirty="0" smtClean="0">
                <a:solidFill>
                  <a:srgbClr val="0000FF"/>
                </a:solidFill>
                <a:latin typeface="Arial" panose="020B0604020202020204" pitchFamily="34" charset="0"/>
                <a:cs typeface="Arial" panose="020B0604020202020204" pitchFamily="34" charset="0"/>
              </a:rPr>
              <a:t>LIBRARY</a:t>
            </a:r>
            <a:r>
              <a:rPr lang="en-PH" sz="3600" dirty="0" smtClean="0">
                <a:latin typeface="Arial" panose="020B0604020202020204" pitchFamily="34" charset="0"/>
                <a:cs typeface="Arial" panose="020B0604020202020204" pitchFamily="34" charset="0"/>
              </a:rPr>
              <a:t> </a:t>
            </a:r>
            <a:r>
              <a:rPr lang="en-PH" sz="3600" dirty="0" smtClean="0">
                <a:solidFill>
                  <a:srgbClr val="FF0000"/>
                </a:solidFill>
                <a:latin typeface="Arial" panose="020B0604020202020204" pitchFamily="34" charset="0"/>
                <a:cs typeface="Arial" panose="020B0604020202020204" pitchFamily="34" charset="0"/>
              </a:rPr>
              <a:t>MANAGEMENT</a:t>
            </a:r>
            <a:r>
              <a:rPr lang="en-PH" sz="3600" dirty="0" smtClean="0">
                <a:latin typeface="Arial" panose="020B0604020202020204" pitchFamily="34" charset="0"/>
                <a:cs typeface="Arial" panose="020B0604020202020204" pitchFamily="34" charset="0"/>
              </a:rPr>
              <a:t> </a:t>
            </a:r>
            <a:r>
              <a:rPr lang="en-PH" sz="3600" dirty="0" smtClean="0">
                <a:solidFill>
                  <a:srgbClr val="008000"/>
                </a:solidFill>
                <a:latin typeface="Arial" panose="020B0604020202020204" pitchFamily="34" charset="0"/>
                <a:cs typeface="Arial" panose="020B0604020202020204" pitchFamily="34" charset="0"/>
              </a:rPr>
              <a:t>SYSTEM</a:t>
            </a:r>
            <a:endParaRPr lang="en-PH" sz="3600" dirty="0">
              <a:solidFill>
                <a:srgbClr val="008000"/>
              </a:solidFill>
              <a:latin typeface="Arial" panose="020B0604020202020204" pitchFamily="34" charset="0"/>
              <a:cs typeface="Arial" panose="020B0604020202020204" pitchFamily="34" charset="0"/>
            </a:endParaRPr>
          </a:p>
        </p:txBody>
      </p:sp>
      <p:sp>
        <p:nvSpPr>
          <p:cNvPr id="7" name="TextBox 6"/>
          <p:cNvSpPr txBox="1"/>
          <p:nvPr/>
        </p:nvSpPr>
        <p:spPr>
          <a:xfrm>
            <a:off x="1228188" y="3682185"/>
            <a:ext cx="2380780" cy="2585323"/>
          </a:xfrm>
          <a:prstGeom prst="rect">
            <a:avLst/>
          </a:prstGeom>
          <a:noFill/>
        </p:spPr>
        <p:txBody>
          <a:bodyPr wrap="none" rtlCol="0">
            <a:spAutoFit/>
          </a:bodyPr>
          <a:lstStyle/>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Username</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Password</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Login</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Clear</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Time</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Date</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Create New User</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Change Password</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About The System</a:t>
            </a:r>
          </a:p>
        </p:txBody>
      </p:sp>
      <p:sp>
        <p:nvSpPr>
          <p:cNvPr id="8" name="TextBox 7"/>
          <p:cNvSpPr txBox="1"/>
          <p:nvPr/>
        </p:nvSpPr>
        <p:spPr>
          <a:xfrm>
            <a:off x="1228188" y="2950060"/>
            <a:ext cx="1710725" cy="400110"/>
          </a:xfrm>
          <a:prstGeom prst="rect">
            <a:avLst/>
          </a:prstGeom>
          <a:noFill/>
        </p:spPr>
        <p:txBody>
          <a:bodyPr wrap="none" rtlCol="0">
            <a:spAutoFit/>
          </a:bodyPr>
          <a:lstStyle/>
          <a:p>
            <a:r>
              <a:rPr lang="en-PH" sz="2000" dirty="0" smtClean="0">
                <a:latin typeface="AR JULIAN" panose="02000000000000000000" pitchFamily="2" charset="0"/>
              </a:rPr>
              <a:t>LOGIN FORM</a:t>
            </a:r>
            <a:endParaRPr lang="en-PH" sz="2000" dirty="0">
              <a:latin typeface="AR JULIAN" panose="02000000000000000000" pitchFamily="2" charset="0"/>
            </a:endParaRPr>
          </a:p>
        </p:txBody>
      </p:sp>
      <p:pic>
        <p:nvPicPr>
          <p:cNvPr id="9" name="Picture 8"/>
          <p:cNvPicPr>
            <a:picLocks noChangeAspect="1"/>
          </p:cNvPicPr>
          <p:nvPr/>
        </p:nvPicPr>
        <p:blipFill rotWithShape="1">
          <a:blip r:embed="rId2"/>
          <a:srcRect l="18107" t="13125" r="33501" b="33482"/>
          <a:stretch/>
        </p:blipFill>
        <p:spPr>
          <a:xfrm>
            <a:off x="4870606" y="2950060"/>
            <a:ext cx="5944463" cy="3317448"/>
          </a:xfrm>
          <a:prstGeom prst="rect">
            <a:avLst/>
          </a:prstGeom>
          <a:scene3d>
            <a:camera prst="perspectiveRight"/>
            <a:lightRig rig="threePt" dir="t"/>
          </a:scene3d>
        </p:spPr>
      </p:pic>
      <p:sp>
        <p:nvSpPr>
          <p:cNvPr id="10" name="Rectangle 9"/>
          <p:cNvSpPr/>
          <p:nvPr/>
        </p:nvSpPr>
        <p:spPr>
          <a:xfrm>
            <a:off x="932503" y="1506433"/>
            <a:ext cx="9882566" cy="941796"/>
          </a:xfrm>
          <a:prstGeom prst="rect">
            <a:avLst/>
          </a:prstGeom>
        </p:spPr>
        <p:txBody>
          <a:bodyPr wrap="square">
            <a:spAutoFit/>
          </a:bodyPr>
          <a:lstStyle/>
          <a:p>
            <a:pPr algn="ctr">
              <a:lnSpc>
                <a:spcPct val="115000"/>
              </a:lnSpc>
            </a:pPr>
            <a:r>
              <a:rPr lang="en-PH" sz="3600" dirty="0" smtClean="0">
                <a:latin typeface="AR JULIAN" panose="02000000000000000000" pitchFamily="2" charset="0"/>
                <a:ea typeface="Calibri" panose="020F0502020204030204" pitchFamily="34" charset="0"/>
                <a:cs typeface="Arial" panose="020B0604020202020204" pitchFamily="34" charset="0"/>
              </a:rPr>
              <a:t>PROJECT DETAILS</a:t>
            </a:r>
            <a:r>
              <a:rPr lang="en-US" sz="24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rPr>
              <a:t> </a:t>
            </a: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1902723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06440" y="98474"/>
            <a:ext cx="2433680" cy="1569660"/>
          </a:xfrm>
          <a:prstGeom prst="rect">
            <a:avLst/>
          </a:prstGeom>
          <a:noFill/>
        </p:spPr>
        <p:txBody>
          <a:bodyPr wrap="none" rtlCol="0">
            <a:spAutoFit/>
          </a:bodyPr>
          <a:lstStyle/>
          <a:p>
            <a:r>
              <a:rPr lang="en-PH" sz="9600" dirty="0" smtClean="0">
                <a:solidFill>
                  <a:srgbClr val="0000FF"/>
                </a:solidFill>
                <a:latin typeface="AR JULIAN" panose="02000000000000000000" pitchFamily="2" charset="0"/>
              </a:rPr>
              <a:t>L</a:t>
            </a:r>
            <a:r>
              <a:rPr lang="en-PH" sz="9600" dirty="0" smtClean="0">
                <a:solidFill>
                  <a:srgbClr val="FF0000"/>
                </a:solidFill>
                <a:latin typeface="AR JULIAN" panose="02000000000000000000" pitchFamily="2" charset="0"/>
              </a:rPr>
              <a:t>M</a:t>
            </a:r>
            <a:r>
              <a:rPr lang="en-PH" sz="9600" dirty="0" smtClean="0">
                <a:solidFill>
                  <a:srgbClr val="008000"/>
                </a:solidFill>
                <a:latin typeface="AR JULIAN" panose="02000000000000000000" pitchFamily="2" charset="0"/>
              </a:rPr>
              <a:t>S</a:t>
            </a:r>
            <a:endParaRPr lang="en-PH" sz="9600" dirty="0">
              <a:solidFill>
                <a:srgbClr val="008000"/>
              </a:solidFill>
              <a:latin typeface="AR JULIAN" panose="02000000000000000000" pitchFamily="2" charset="0"/>
            </a:endParaRPr>
          </a:p>
        </p:txBody>
      </p:sp>
      <p:sp>
        <p:nvSpPr>
          <p:cNvPr id="5" name="TextBox 4"/>
          <p:cNvSpPr txBox="1"/>
          <p:nvPr/>
        </p:nvSpPr>
        <p:spPr>
          <a:xfrm>
            <a:off x="3277770" y="661720"/>
            <a:ext cx="7597593" cy="646331"/>
          </a:xfrm>
          <a:prstGeom prst="rect">
            <a:avLst/>
          </a:prstGeom>
          <a:noFill/>
        </p:spPr>
        <p:txBody>
          <a:bodyPr wrap="none" rtlCol="0">
            <a:spAutoFit/>
          </a:bodyPr>
          <a:lstStyle/>
          <a:p>
            <a:r>
              <a:rPr lang="en-PH" sz="3600" dirty="0" smtClean="0">
                <a:solidFill>
                  <a:srgbClr val="0000FF"/>
                </a:solidFill>
                <a:latin typeface="Arial" panose="020B0604020202020204" pitchFamily="34" charset="0"/>
                <a:cs typeface="Arial" panose="020B0604020202020204" pitchFamily="34" charset="0"/>
              </a:rPr>
              <a:t>LIBRARY</a:t>
            </a:r>
            <a:r>
              <a:rPr lang="en-PH" sz="3600" dirty="0" smtClean="0">
                <a:latin typeface="Arial" panose="020B0604020202020204" pitchFamily="34" charset="0"/>
                <a:cs typeface="Arial" panose="020B0604020202020204" pitchFamily="34" charset="0"/>
              </a:rPr>
              <a:t> </a:t>
            </a:r>
            <a:r>
              <a:rPr lang="en-PH" sz="3600" dirty="0" smtClean="0">
                <a:solidFill>
                  <a:srgbClr val="FF0000"/>
                </a:solidFill>
                <a:latin typeface="Arial" panose="020B0604020202020204" pitchFamily="34" charset="0"/>
                <a:cs typeface="Arial" panose="020B0604020202020204" pitchFamily="34" charset="0"/>
              </a:rPr>
              <a:t>MANAGEMENT</a:t>
            </a:r>
            <a:r>
              <a:rPr lang="en-PH" sz="3600" dirty="0" smtClean="0">
                <a:latin typeface="Arial" panose="020B0604020202020204" pitchFamily="34" charset="0"/>
                <a:cs typeface="Arial" panose="020B0604020202020204" pitchFamily="34" charset="0"/>
              </a:rPr>
              <a:t> </a:t>
            </a:r>
            <a:r>
              <a:rPr lang="en-PH" sz="3600" dirty="0" smtClean="0">
                <a:solidFill>
                  <a:srgbClr val="008000"/>
                </a:solidFill>
                <a:latin typeface="Arial" panose="020B0604020202020204" pitchFamily="34" charset="0"/>
                <a:cs typeface="Arial" panose="020B0604020202020204" pitchFamily="34" charset="0"/>
              </a:rPr>
              <a:t>SYSTEM</a:t>
            </a:r>
            <a:endParaRPr lang="en-PH" sz="3600" dirty="0">
              <a:solidFill>
                <a:srgbClr val="008000"/>
              </a:solidFill>
              <a:latin typeface="Arial" panose="020B0604020202020204" pitchFamily="34" charset="0"/>
              <a:cs typeface="Arial" panose="020B0604020202020204" pitchFamily="34" charset="0"/>
            </a:endParaRPr>
          </a:p>
        </p:txBody>
      </p:sp>
      <p:sp>
        <p:nvSpPr>
          <p:cNvPr id="6" name="TextBox 5"/>
          <p:cNvSpPr txBox="1"/>
          <p:nvPr/>
        </p:nvSpPr>
        <p:spPr>
          <a:xfrm>
            <a:off x="836302" y="3682185"/>
            <a:ext cx="3448380" cy="2308324"/>
          </a:xfrm>
          <a:prstGeom prst="rect">
            <a:avLst/>
          </a:prstGeom>
          <a:noFill/>
        </p:spPr>
        <p:txBody>
          <a:bodyPr wrap="none" rtlCol="0">
            <a:spAutoFit/>
          </a:bodyPr>
          <a:lstStyle/>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Tools</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Logs</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Back Up Database</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Help</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Book Inventory</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Book Borrow</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Book Return</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Book Lost and Replacement</a:t>
            </a:r>
          </a:p>
        </p:txBody>
      </p:sp>
      <p:sp>
        <p:nvSpPr>
          <p:cNvPr id="7" name="TextBox 6"/>
          <p:cNvSpPr txBox="1"/>
          <p:nvPr/>
        </p:nvSpPr>
        <p:spPr>
          <a:xfrm>
            <a:off x="1141104" y="2950060"/>
            <a:ext cx="1598515" cy="400110"/>
          </a:xfrm>
          <a:prstGeom prst="rect">
            <a:avLst/>
          </a:prstGeom>
          <a:noFill/>
        </p:spPr>
        <p:txBody>
          <a:bodyPr wrap="none" rtlCol="0">
            <a:spAutoFit/>
          </a:bodyPr>
          <a:lstStyle/>
          <a:p>
            <a:r>
              <a:rPr lang="en-PH" sz="2000" dirty="0" smtClean="0">
                <a:latin typeface="AR JULIAN" panose="02000000000000000000" pitchFamily="2" charset="0"/>
              </a:rPr>
              <a:t>MAIN FORM</a:t>
            </a:r>
            <a:endParaRPr lang="en-PH" sz="2000" dirty="0">
              <a:latin typeface="AR JULIAN" panose="02000000000000000000" pitchFamily="2" charset="0"/>
            </a:endParaRPr>
          </a:p>
        </p:txBody>
      </p:sp>
      <p:sp>
        <p:nvSpPr>
          <p:cNvPr id="9" name="Rectangle 8"/>
          <p:cNvSpPr/>
          <p:nvPr/>
        </p:nvSpPr>
        <p:spPr>
          <a:xfrm>
            <a:off x="932503" y="1506433"/>
            <a:ext cx="9882566" cy="941796"/>
          </a:xfrm>
          <a:prstGeom prst="rect">
            <a:avLst/>
          </a:prstGeom>
        </p:spPr>
        <p:txBody>
          <a:bodyPr wrap="square">
            <a:spAutoFit/>
          </a:bodyPr>
          <a:lstStyle/>
          <a:p>
            <a:pPr algn="ctr">
              <a:lnSpc>
                <a:spcPct val="115000"/>
              </a:lnSpc>
            </a:pPr>
            <a:r>
              <a:rPr lang="en-PH" sz="3600" dirty="0" smtClean="0">
                <a:latin typeface="AR JULIAN" panose="02000000000000000000" pitchFamily="2" charset="0"/>
                <a:ea typeface="Calibri" panose="020F0502020204030204" pitchFamily="34" charset="0"/>
                <a:cs typeface="Arial" panose="020B0604020202020204" pitchFamily="34" charset="0"/>
              </a:rPr>
              <a:t>PROJECT DETAILS</a:t>
            </a:r>
            <a:r>
              <a:rPr lang="en-US" sz="24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rPr>
              <a:t> </a:t>
            </a: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p:txBody>
      </p:sp>
      <p:pic>
        <p:nvPicPr>
          <p:cNvPr id="11" name="Picture 10"/>
          <p:cNvPicPr>
            <a:picLocks noChangeAspect="1"/>
          </p:cNvPicPr>
          <p:nvPr/>
        </p:nvPicPr>
        <p:blipFill rotWithShape="1">
          <a:blip r:embed="rId2">
            <a:extLst>
              <a:ext uri="{28A0092B-C50C-407E-A947-70E740481C1C}">
                <a14:useLocalDpi xmlns:a14="http://schemas.microsoft.com/office/drawing/2010/main" val="0"/>
              </a:ext>
            </a:extLst>
          </a:blip>
          <a:srcRect l="3795" t="2762" r="4359" b="3419"/>
          <a:stretch/>
        </p:blipFill>
        <p:spPr>
          <a:xfrm>
            <a:off x="4887358" y="2927695"/>
            <a:ext cx="5988005" cy="3339813"/>
          </a:xfrm>
          <a:prstGeom prst="rect">
            <a:avLst/>
          </a:prstGeom>
          <a:scene3d>
            <a:camera prst="perspectiveRight"/>
            <a:lightRig rig="threePt" dir="t"/>
          </a:scene3d>
        </p:spPr>
      </p:pic>
    </p:spTree>
    <p:extLst>
      <p:ext uri="{BB962C8B-B14F-4D97-AF65-F5344CB8AC3E}">
        <p14:creationId xmlns:p14="http://schemas.microsoft.com/office/powerpoint/2010/main" val="173604167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06440" y="98474"/>
            <a:ext cx="2433680" cy="1569660"/>
          </a:xfrm>
          <a:prstGeom prst="rect">
            <a:avLst/>
          </a:prstGeom>
          <a:noFill/>
        </p:spPr>
        <p:txBody>
          <a:bodyPr wrap="none" rtlCol="0">
            <a:spAutoFit/>
          </a:bodyPr>
          <a:lstStyle/>
          <a:p>
            <a:r>
              <a:rPr lang="en-PH" sz="9600" dirty="0" smtClean="0">
                <a:solidFill>
                  <a:srgbClr val="0000FF"/>
                </a:solidFill>
                <a:latin typeface="AR JULIAN" panose="02000000000000000000" pitchFamily="2" charset="0"/>
              </a:rPr>
              <a:t>L</a:t>
            </a:r>
            <a:r>
              <a:rPr lang="en-PH" sz="9600" dirty="0" smtClean="0">
                <a:solidFill>
                  <a:srgbClr val="FF0000"/>
                </a:solidFill>
                <a:latin typeface="AR JULIAN" panose="02000000000000000000" pitchFamily="2" charset="0"/>
              </a:rPr>
              <a:t>M</a:t>
            </a:r>
            <a:r>
              <a:rPr lang="en-PH" sz="9600" dirty="0" smtClean="0">
                <a:solidFill>
                  <a:srgbClr val="008000"/>
                </a:solidFill>
                <a:latin typeface="AR JULIAN" panose="02000000000000000000" pitchFamily="2" charset="0"/>
              </a:rPr>
              <a:t>S</a:t>
            </a:r>
            <a:endParaRPr lang="en-PH" sz="9600" dirty="0">
              <a:solidFill>
                <a:srgbClr val="008000"/>
              </a:solidFill>
              <a:latin typeface="AR JULIAN" panose="02000000000000000000" pitchFamily="2" charset="0"/>
            </a:endParaRPr>
          </a:p>
        </p:txBody>
      </p:sp>
      <p:sp>
        <p:nvSpPr>
          <p:cNvPr id="5" name="TextBox 4"/>
          <p:cNvSpPr txBox="1"/>
          <p:nvPr/>
        </p:nvSpPr>
        <p:spPr>
          <a:xfrm>
            <a:off x="3277770" y="661720"/>
            <a:ext cx="7597593" cy="646331"/>
          </a:xfrm>
          <a:prstGeom prst="rect">
            <a:avLst/>
          </a:prstGeom>
          <a:noFill/>
        </p:spPr>
        <p:txBody>
          <a:bodyPr wrap="none" rtlCol="0">
            <a:spAutoFit/>
          </a:bodyPr>
          <a:lstStyle/>
          <a:p>
            <a:r>
              <a:rPr lang="en-PH" sz="3600" dirty="0" smtClean="0">
                <a:solidFill>
                  <a:srgbClr val="0000FF"/>
                </a:solidFill>
                <a:latin typeface="Arial" panose="020B0604020202020204" pitchFamily="34" charset="0"/>
                <a:cs typeface="Arial" panose="020B0604020202020204" pitchFamily="34" charset="0"/>
              </a:rPr>
              <a:t>LIBRARY</a:t>
            </a:r>
            <a:r>
              <a:rPr lang="en-PH" sz="3600" dirty="0" smtClean="0">
                <a:latin typeface="Arial" panose="020B0604020202020204" pitchFamily="34" charset="0"/>
                <a:cs typeface="Arial" panose="020B0604020202020204" pitchFamily="34" charset="0"/>
              </a:rPr>
              <a:t> </a:t>
            </a:r>
            <a:r>
              <a:rPr lang="en-PH" sz="3600" dirty="0" smtClean="0">
                <a:solidFill>
                  <a:srgbClr val="FF0000"/>
                </a:solidFill>
                <a:latin typeface="Arial" panose="020B0604020202020204" pitchFamily="34" charset="0"/>
                <a:cs typeface="Arial" panose="020B0604020202020204" pitchFamily="34" charset="0"/>
              </a:rPr>
              <a:t>MANAGEMENT</a:t>
            </a:r>
            <a:r>
              <a:rPr lang="en-PH" sz="3600" dirty="0" smtClean="0">
                <a:latin typeface="Arial" panose="020B0604020202020204" pitchFamily="34" charset="0"/>
                <a:cs typeface="Arial" panose="020B0604020202020204" pitchFamily="34" charset="0"/>
              </a:rPr>
              <a:t> </a:t>
            </a:r>
            <a:r>
              <a:rPr lang="en-PH" sz="3600" dirty="0" smtClean="0">
                <a:solidFill>
                  <a:srgbClr val="008000"/>
                </a:solidFill>
                <a:latin typeface="Arial" panose="020B0604020202020204" pitchFamily="34" charset="0"/>
                <a:cs typeface="Arial" panose="020B0604020202020204" pitchFamily="34" charset="0"/>
              </a:rPr>
              <a:t>SYSTEM</a:t>
            </a:r>
            <a:endParaRPr lang="en-PH" sz="3600" dirty="0">
              <a:solidFill>
                <a:srgbClr val="008000"/>
              </a:solidFill>
              <a:latin typeface="Arial" panose="020B0604020202020204" pitchFamily="34" charset="0"/>
              <a:cs typeface="Arial" panose="020B0604020202020204" pitchFamily="34" charset="0"/>
            </a:endParaRPr>
          </a:p>
        </p:txBody>
      </p:sp>
      <p:sp>
        <p:nvSpPr>
          <p:cNvPr id="7" name="TextBox 6"/>
          <p:cNvSpPr txBox="1"/>
          <p:nvPr/>
        </p:nvSpPr>
        <p:spPr>
          <a:xfrm>
            <a:off x="1138024" y="2579394"/>
            <a:ext cx="2097049" cy="400110"/>
          </a:xfrm>
          <a:prstGeom prst="rect">
            <a:avLst/>
          </a:prstGeom>
          <a:noFill/>
        </p:spPr>
        <p:txBody>
          <a:bodyPr wrap="none" rtlCol="0">
            <a:spAutoFit/>
          </a:bodyPr>
          <a:lstStyle/>
          <a:p>
            <a:r>
              <a:rPr lang="en-PH" sz="2000" dirty="0" smtClean="0">
                <a:latin typeface="AR JULIAN" panose="02000000000000000000" pitchFamily="2" charset="0"/>
              </a:rPr>
              <a:t>BOOK BORROW</a:t>
            </a:r>
            <a:endParaRPr lang="en-PH" sz="2000" dirty="0">
              <a:latin typeface="AR JULIAN" panose="02000000000000000000" pitchFamily="2" charset="0"/>
            </a:endParaRPr>
          </a:p>
        </p:txBody>
      </p:sp>
      <p:sp>
        <p:nvSpPr>
          <p:cNvPr id="8" name="Rectangle 7"/>
          <p:cNvSpPr/>
          <p:nvPr/>
        </p:nvSpPr>
        <p:spPr>
          <a:xfrm>
            <a:off x="932503" y="1506433"/>
            <a:ext cx="9882566" cy="941796"/>
          </a:xfrm>
          <a:prstGeom prst="rect">
            <a:avLst/>
          </a:prstGeom>
        </p:spPr>
        <p:txBody>
          <a:bodyPr wrap="square">
            <a:spAutoFit/>
          </a:bodyPr>
          <a:lstStyle/>
          <a:p>
            <a:pPr algn="ctr">
              <a:lnSpc>
                <a:spcPct val="115000"/>
              </a:lnSpc>
            </a:pPr>
            <a:r>
              <a:rPr lang="en-PH" sz="3600" dirty="0" smtClean="0">
                <a:latin typeface="AR JULIAN" panose="02000000000000000000" pitchFamily="2" charset="0"/>
                <a:ea typeface="Calibri" panose="020F0502020204030204" pitchFamily="34" charset="0"/>
                <a:cs typeface="Arial" panose="020B0604020202020204" pitchFamily="34" charset="0"/>
              </a:rPr>
              <a:t>PROJECT DETAILS</a:t>
            </a:r>
            <a:r>
              <a:rPr lang="en-US" sz="24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rPr>
              <a:t> </a:t>
            </a: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p:txBody>
      </p:sp>
      <p:pic>
        <p:nvPicPr>
          <p:cNvPr id="10" name="Picture 9"/>
          <p:cNvPicPr>
            <a:picLocks noChangeAspect="1"/>
          </p:cNvPicPr>
          <p:nvPr/>
        </p:nvPicPr>
        <p:blipFill rotWithShape="1">
          <a:blip r:embed="rId2"/>
          <a:srcRect l="17984" t="14831" r="19992" b="20288"/>
          <a:stretch/>
        </p:blipFill>
        <p:spPr>
          <a:xfrm>
            <a:off x="4887357" y="2950060"/>
            <a:ext cx="5988006" cy="3339813"/>
          </a:xfrm>
          <a:prstGeom prst="rect">
            <a:avLst/>
          </a:prstGeom>
          <a:scene3d>
            <a:camera prst="perspectiveRight"/>
            <a:lightRig rig="threePt" dir="t"/>
          </a:scene3d>
        </p:spPr>
      </p:pic>
      <p:sp>
        <p:nvSpPr>
          <p:cNvPr id="11" name="TextBox 10"/>
          <p:cNvSpPr txBox="1"/>
          <p:nvPr/>
        </p:nvSpPr>
        <p:spPr>
          <a:xfrm>
            <a:off x="972113" y="3028195"/>
            <a:ext cx="2133918" cy="3693319"/>
          </a:xfrm>
          <a:prstGeom prst="rect">
            <a:avLst/>
          </a:prstGeom>
          <a:noFill/>
        </p:spPr>
        <p:txBody>
          <a:bodyPr wrap="none" rtlCol="0">
            <a:spAutoFit/>
          </a:bodyPr>
          <a:lstStyle/>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Transaction ID</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Borrowed date</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Due date</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Borrow ID</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Borrow name</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Course</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Phone number</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Book name</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Copy</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Purpose</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Status</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book id</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Borrow</a:t>
            </a:r>
          </a:p>
        </p:txBody>
      </p:sp>
    </p:spTree>
    <p:extLst>
      <p:ext uri="{BB962C8B-B14F-4D97-AF65-F5344CB8AC3E}">
        <p14:creationId xmlns:p14="http://schemas.microsoft.com/office/powerpoint/2010/main" val="164596181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06440" y="98474"/>
            <a:ext cx="2433680" cy="1569660"/>
          </a:xfrm>
          <a:prstGeom prst="rect">
            <a:avLst/>
          </a:prstGeom>
          <a:noFill/>
        </p:spPr>
        <p:txBody>
          <a:bodyPr wrap="none" rtlCol="0">
            <a:spAutoFit/>
          </a:bodyPr>
          <a:lstStyle/>
          <a:p>
            <a:r>
              <a:rPr lang="en-PH" sz="9600" dirty="0" smtClean="0">
                <a:solidFill>
                  <a:srgbClr val="0000FF"/>
                </a:solidFill>
                <a:latin typeface="AR JULIAN" panose="02000000000000000000" pitchFamily="2" charset="0"/>
              </a:rPr>
              <a:t>L</a:t>
            </a:r>
            <a:r>
              <a:rPr lang="en-PH" sz="9600" dirty="0" smtClean="0">
                <a:solidFill>
                  <a:srgbClr val="FF0000"/>
                </a:solidFill>
                <a:latin typeface="AR JULIAN" panose="02000000000000000000" pitchFamily="2" charset="0"/>
              </a:rPr>
              <a:t>M</a:t>
            </a:r>
            <a:r>
              <a:rPr lang="en-PH" sz="9600" dirty="0" smtClean="0">
                <a:solidFill>
                  <a:srgbClr val="008000"/>
                </a:solidFill>
                <a:latin typeface="AR JULIAN" panose="02000000000000000000" pitchFamily="2" charset="0"/>
              </a:rPr>
              <a:t>S</a:t>
            </a:r>
            <a:endParaRPr lang="en-PH" sz="9600" dirty="0">
              <a:solidFill>
                <a:srgbClr val="008000"/>
              </a:solidFill>
              <a:latin typeface="AR JULIAN" panose="02000000000000000000" pitchFamily="2" charset="0"/>
            </a:endParaRPr>
          </a:p>
        </p:txBody>
      </p:sp>
      <p:sp>
        <p:nvSpPr>
          <p:cNvPr id="5" name="TextBox 4"/>
          <p:cNvSpPr txBox="1"/>
          <p:nvPr/>
        </p:nvSpPr>
        <p:spPr>
          <a:xfrm>
            <a:off x="3277770" y="661720"/>
            <a:ext cx="7597593" cy="646331"/>
          </a:xfrm>
          <a:prstGeom prst="rect">
            <a:avLst/>
          </a:prstGeom>
          <a:noFill/>
        </p:spPr>
        <p:txBody>
          <a:bodyPr wrap="none" rtlCol="0">
            <a:spAutoFit/>
          </a:bodyPr>
          <a:lstStyle/>
          <a:p>
            <a:r>
              <a:rPr lang="en-PH" sz="3600" dirty="0" smtClean="0">
                <a:solidFill>
                  <a:srgbClr val="0000FF"/>
                </a:solidFill>
                <a:latin typeface="Arial" panose="020B0604020202020204" pitchFamily="34" charset="0"/>
                <a:cs typeface="Arial" panose="020B0604020202020204" pitchFamily="34" charset="0"/>
              </a:rPr>
              <a:t>LIBRARY</a:t>
            </a:r>
            <a:r>
              <a:rPr lang="en-PH" sz="3600" dirty="0" smtClean="0">
                <a:latin typeface="Arial" panose="020B0604020202020204" pitchFamily="34" charset="0"/>
                <a:cs typeface="Arial" panose="020B0604020202020204" pitchFamily="34" charset="0"/>
              </a:rPr>
              <a:t> </a:t>
            </a:r>
            <a:r>
              <a:rPr lang="en-PH" sz="3600" dirty="0" smtClean="0">
                <a:solidFill>
                  <a:srgbClr val="FF0000"/>
                </a:solidFill>
                <a:latin typeface="Arial" panose="020B0604020202020204" pitchFamily="34" charset="0"/>
                <a:cs typeface="Arial" panose="020B0604020202020204" pitchFamily="34" charset="0"/>
              </a:rPr>
              <a:t>MANAGEMENT</a:t>
            </a:r>
            <a:r>
              <a:rPr lang="en-PH" sz="3600" dirty="0" smtClean="0">
                <a:latin typeface="Arial" panose="020B0604020202020204" pitchFamily="34" charset="0"/>
                <a:cs typeface="Arial" panose="020B0604020202020204" pitchFamily="34" charset="0"/>
              </a:rPr>
              <a:t> </a:t>
            </a:r>
            <a:r>
              <a:rPr lang="en-PH" sz="3600" dirty="0" smtClean="0">
                <a:solidFill>
                  <a:srgbClr val="008000"/>
                </a:solidFill>
                <a:latin typeface="Arial" panose="020B0604020202020204" pitchFamily="34" charset="0"/>
                <a:cs typeface="Arial" panose="020B0604020202020204" pitchFamily="34" charset="0"/>
              </a:rPr>
              <a:t>SYSTEM</a:t>
            </a:r>
            <a:endParaRPr lang="en-PH" sz="3600" dirty="0">
              <a:solidFill>
                <a:srgbClr val="008000"/>
              </a:solidFill>
              <a:latin typeface="Arial" panose="020B0604020202020204" pitchFamily="34" charset="0"/>
              <a:cs typeface="Arial" panose="020B0604020202020204" pitchFamily="34" charset="0"/>
            </a:endParaRPr>
          </a:p>
        </p:txBody>
      </p:sp>
      <p:sp>
        <p:nvSpPr>
          <p:cNvPr id="6" name="TextBox 5"/>
          <p:cNvSpPr txBox="1"/>
          <p:nvPr/>
        </p:nvSpPr>
        <p:spPr>
          <a:xfrm>
            <a:off x="1138024" y="2579394"/>
            <a:ext cx="1972015" cy="400110"/>
          </a:xfrm>
          <a:prstGeom prst="rect">
            <a:avLst/>
          </a:prstGeom>
          <a:noFill/>
        </p:spPr>
        <p:txBody>
          <a:bodyPr wrap="none" rtlCol="0">
            <a:spAutoFit/>
          </a:bodyPr>
          <a:lstStyle/>
          <a:p>
            <a:r>
              <a:rPr lang="en-PH" sz="2000" dirty="0" smtClean="0">
                <a:latin typeface="AR JULIAN" panose="02000000000000000000" pitchFamily="2" charset="0"/>
              </a:rPr>
              <a:t>BOOK RETURN</a:t>
            </a:r>
            <a:endParaRPr lang="en-PH" sz="2000" dirty="0">
              <a:latin typeface="AR JULIAN" panose="02000000000000000000" pitchFamily="2" charset="0"/>
            </a:endParaRPr>
          </a:p>
        </p:txBody>
      </p:sp>
      <p:sp>
        <p:nvSpPr>
          <p:cNvPr id="7" name="Rectangle 6"/>
          <p:cNvSpPr/>
          <p:nvPr/>
        </p:nvSpPr>
        <p:spPr>
          <a:xfrm>
            <a:off x="932503" y="1506433"/>
            <a:ext cx="9882566" cy="941796"/>
          </a:xfrm>
          <a:prstGeom prst="rect">
            <a:avLst/>
          </a:prstGeom>
        </p:spPr>
        <p:txBody>
          <a:bodyPr wrap="square">
            <a:spAutoFit/>
          </a:bodyPr>
          <a:lstStyle/>
          <a:p>
            <a:pPr algn="ctr">
              <a:lnSpc>
                <a:spcPct val="115000"/>
              </a:lnSpc>
            </a:pPr>
            <a:r>
              <a:rPr lang="en-PH" sz="3600" dirty="0" smtClean="0">
                <a:latin typeface="AR JULIAN" panose="02000000000000000000" pitchFamily="2" charset="0"/>
                <a:ea typeface="Calibri" panose="020F0502020204030204" pitchFamily="34" charset="0"/>
                <a:cs typeface="Arial" panose="020B0604020202020204" pitchFamily="34" charset="0"/>
              </a:rPr>
              <a:t>PROJECT DETAILS</a:t>
            </a:r>
            <a:r>
              <a:rPr lang="en-US" sz="24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rPr>
              <a:t> </a:t>
            </a: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0" name="TextBox 9"/>
          <p:cNvSpPr txBox="1"/>
          <p:nvPr/>
        </p:nvSpPr>
        <p:spPr>
          <a:xfrm>
            <a:off x="1165275" y="2960123"/>
            <a:ext cx="2133918" cy="3139321"/>
          </a:xfrm>
          <a:prstGeom prst="rect">
            <a:avLst/>
          </a:prstGeom>
          <a:noFill/>
        </p:spPr>
        <p:txBody>
          <a:bodyPr wrap="none" rtlCol="0">
            <a:spAutoFit/>
          </a:bodyPr>
          <a:lstStyle/>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Transaction ID</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Book id</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Barrowed ID</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Borrower name</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Book name</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Borrowed date</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Due Date</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Return Date</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Fine</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Clear All</a:t>
            </a:r>
          </a:p>
          <a:p>
            <a:pPr marL="28575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Return Book</a:t>
            </a:r>
          </a:p>
        </p:txBody>
      </p:sp>
      <p:pic>
        <p:nvPicPr>
          <p:cNvPr id="11" name="Picture 10"/>
          <p:cNvPicPr>
            <a:picLocks noChangeAspect="1"/>
          </p:cNvPicPr>
          <p:nvPr/>
        </p:nvPicPr>
        <p:blipFill rotWithShape="1">
          <a:blip r:embed="rId2"/>
          <a:srcRect l="18096" t="15030" r="29586" b="25050"/>
          <a:stretch/>
        </p:blipFill>
        <p:spPr>
          <a:xfrm>
            <a:off x="4887357" y="2960123"/>
            <a:ext cx="5988006" cy="3339813"/>
          </a:xfrm>
          <a:prstGeom prst="rect">
            <a:avLst/>
          </a:prstGeom>
          <a:scene3d>
            <a:camera prst="perspectiveRight"/>
            <a:lightRig rig="threePt" dir="t"/>
          </a:scene3d>
        </p:spPr>
      </p:pic>
    </p:spTree>
    <p:extLst>
      <p:ext uri="{BB962C8B-B14F-4D97-AF65-F5344CB8AC3E}">
        <p14:creationId xmlns:p14="http://schemas.microsoft.com/office/powerpoint/2010/main" val="20800553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06440" y="98474"/>
            <a:ext cx="2433680" cy="1569660"/>
          </a:xfrm>
          <a:prstGeom prst="rect">
            <a:avLst/>
          </a:prstGeom>
          <a:noFill/>
        </p:spPr>
        <p:txBody>
          <a:bodyPr wrap="none" rtlCol="0">
            <a:spAutoFit/>
          </a:bodyPr>
          <a:lstStyle/>
          <a:p>
            <a:r>
              <a:rPr lang="en-PH" sz="9600" dirty="0" smtClean="0">
                <a:solidFill>
                  <a:srgbClr val="0000FF"/>
                </a:solidFill>
                <a:latin typeface="AR JULIAN" panose="02000000000000000000" pitchFamily="2" charset="0"/>
              </a:rPr>
              <a:t>L</a:t>
            </a:r>
            <a:r>
              <a:rPr lang="en-PH" sz="9600" dirty="0" smtClean="0">
                <a:solidFill>
                  <a:srgbClr val="FF0000"/>
                </a:solidFill>
                <a:latin typeface="AR JULIAN" panose="02000000000000000000" pitchFamily="2" charset="0"/>
              </a:rPr>
              <a:t>M</a:t>
            </a:r>
            <a:r>
              <a:rPr lang="en-PH" sz="9600" dirty="0" smtClean="0">
                <a:solidFill>
                  <a:srgbClr val="008000"/>
                </a:solidFill>
                <a:latin typeface="AR JULIAN" panose="02000000000000000000" pitchFamily="2" charset="0"/>
              </a:rPr>
              <a:t>S</a:t>
            </a:r>
            <a:endParaRPr lang="en-PH" sz="9600" dirty="0">
              <a:solidFill>
                <a:srgbClr val="008000"/>
              </a:solidFill>
              <a:latin typeface="AR JULIAN" panose="02000000000000000000" pitchFamily="2" charset="0"/>
            </a:endParaRPr>
          </a:p>
        </p:txBody>
      </p:sp>
      <p:sp>
        <p:nvSpPr>
          <p:cNvPr id="5" name="TextBox 4"/>
          <p:cNvSpPr txBox="1"/>
          <p:nvPr/>
        </p:nvSpPr>
        <p:spPr>
          <a:xfrm>
            <a:off x="3277770" y="661720"/>
            <a:ext cx="7597593" cy="646331"/>
          </a:xfrm>
          <a:prstGeom prst="rect">
            <a:avLst/>
          </a:prstGeom>
          <a:noFill/>
        </p:spPr>
        <p:txBody>
          <a:bodyPr wrap="none" rtlCol="0">
            <a:spAutoFit/>
          </a:bodyPr>
          <a:lstStyle/>
          <a:p>
            <a:r>
              <a:rPr lang="en-PH" sz="3600" dirty="0" smtClean="0">
                <a:solidFill>
                  <a:srgbClr val="0000FF"/>
                </a:solidFill>
                <a:latin typeface="Arial" panose="020B0604020202020204" pitchFamily="34" charset="0"/>
                <a:cs typeface="Arial" panose="020B0604020202020204" pitchFamily="34" charset="0"/>
              </a:rPr>
              <a:t>LIBRARY</a:t>
            </a:r>
            <a:r>
              <a:rPr lang="en-PH" sz="3600" dirty="0" smtClean="0">
                <a:latin typeface="Arial" panose="020B0604020202020204" pitchFamily="34" charset="0"/>
                <a:cs typeface="Arial" panose="020B0604020202020204" pitchFamily="34" charset="0"/>
              </a:rPr>
              <a:t> </a:t>
            </a:r>
            <a:r>
              <a:rPr lang="en-PH" sz="3600" dirty="0" smtClean="0">
                <a:solidFill>
                  <a:srgbClr val="FF0000"/>
                </a:solidFill>
                <a:latin typeface="Arial" panose="020B0604020202020204" pitchFamily="34" charset="0"/>
                <a:cs typeface="Arial" panose="020B0604020202020204" pitchFamily="34" charset="0"/>
              </a:rPr>
              <a:t>MANAGEMENT</a:t>
            </a:r>
            <a:r>
              <a:rPr lang="en-PH" sz="3600" dirty="0" smtClean="0">
                <a:latin typeface="Arial" panose="020B0604020202020204" pitchFamily="34" charset="0"/>
                <a:cs typeface="Arial" panose="020B0604020202020204" pitchFamily="34" charset="0"/>
              </a:rPr>
              <a:t> </a:t>
            </a:r>
            <a:r>
              <a:rPr lang="en-PH" sz="3600" dirty="0" smtClean="0">
                <a:solidFill>
                  <a:srgbClr val="008000"/>
                </a:solidFill>
                <a:latin typeface="Arial" panose="020B0604020202020204" pitchFamily="34" charset="0"/>
                <a:cs typeface="Arial" panose="020B0604020202020204" pitchFamily="34" charset="0"/>
              </a:rPr>
              <a:t>SYSTEM</a:t>
            </a:r>
            <a:endParaRPr lang="en-PH" sz="3600" dirty="0">
              <a:solidFill>
                <a:srgbClr val="008000"/>
              </a:solidFill>
              <a:latin typeface="Arial" panose="020B0604020202020204" pitchFamily="34" charset="0"/>
              <a:cs typeface="Arial" panose="020B0604020202020204" pitchFamily="34" charset="0"/>
            </a:endParaRPr>
          </a:p>
        </p:txBody>
      </p:sp>
      <p:sp>
        <p:nvSpPr>
          <p:cNvPr id="7" name="Rectangle 6"/>
          <p:cNvSpPr/>
          <p:nvPr/>
        </p:nvSpPr>
        <p:spPr>
          <a:xfrm>
            <a:off x="932503" y="1506433"/>
            <a:ext cx="9882566" cy="941796"/>
          </a:xfrm>
          <a:prstGeom prst="rect">
            <a:avLst/>
          </a:prstGeom>
        </p:spPr>
        <p:txBody>
          <a:bodyPr wrap="square">
            <a:spAutoFit/>
          </a:bodyPr>
          <a:lstStyle/>
          <a:p>
            <a:pPr algn="ctr">
              <a:lnSpc>
                <a:spcPct val="115000"/>
              </a:lnSpc>
            </a:pPr>
            <a:r>
              <a:rPr lang="en-PH" sz="3600" dirty="0" smtClean="0">
                <a:latin typeface="AR JULIAN" panose="02000000000000000000" pitchFamily="2" charset="0"/>
                <a:ea typeface="Calibri" panose="020F0502020204030204" pitchFamily="34" charset="0"/>
                <a:cs typeface="Arial" panose="020B0604020202020204" pitchFamily="34" charset="0"/>
              </a:rPr>
              <a:t>PROJECT DETAILS</a:t>
            </a:r>
            <a:r>
              <a:rPr lang="en-US" sz="24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rPr>
              <a:t> </a:t>
            </a: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p:txBody>
      </p:sp>
      <p:pic>
        <p:nvPicPr>
          <p:cNvPr id="10" name="Picture 9"/>
          <p:cNvPicPr>
            <a:picLocks noChangeAspect="1"/>
          </p:cNvPicPr>
          <p:nvPr/>
        </p:nvPicPr>
        <p:blipFill rotWithShape="1">
          <a:blip r:embed="rId2"/>
          <a:srcRect l="18096" t="12848" r="28917" b="15525"/>
          <a:stretch/>
        </p:blipFill>
        <p:spPr>
          <a:xfrm>
            <a:off x="4887357" y="2979504"/>
            <a:ext cx="5988006" cy="3339813"/>
          </a:xfrm>
          <a:prstGeom prst="rect">
            <a:avLst/>
          </a:prstGeom>
          <a:scene3d>
            <a:camera prst="perspectiveRight"/>
            <a:lightRig rig="threePt" dir="t"/>
          </a:scene3d>
        </p:spPr>
      </p:pic>
      <p:sp>
        <p:nvSpPr>
          <p:cNvPr id="14" name="TextBox 13"/>
          <p:cNvSpPr txBox="1"/>
          <p:nvPr/>
        </p:nvSpPr>
        <p:spPr>
          <a:xfrm>
            <a:off x="369039" y="2945811"/>
            <a:ext cx="3640163" cy="1754326"/>
          </a:xfrm>
          <a:prstGeom prst="rect">
            <a:avLst/>
          </a:prstGeom>
          <a:noFill/>
        </p:spPr>
        <p:txBody>
          <a:bodyPr wrap="square" rtlCol="0">
            <a:spAutoFit/>
          </a:bodyPr>
          <a:lstStyle/>
          <a:p>
            <a:r>
              <a:rPr lang="en-PH" dirty="0">
                <a:solidFill>
                  <a:schemeClr val="accent5">
                    <a:lumMod val="50000"/>
                  </a:schemeClr>
                </a:solidFill>
                <a:latin typeface="AR JULIAN" panose="02000000000000000000" pitchFamily="2" charset="0"/>
              </a:rPr>
              <a:t>I</a:t>
            </a:r>
            <a:r>
              <a:rPr lang="en-PH" dirty="0" smtClean="0">
                <a:solidFill>
                  <a:schemeClr val="accent5">
                    <a:lumMod val="50000"/>
                  </a:schemeClr>
                </a:solidFill>
                <a:latin typeface="AR JULIAN" panose="02000000000000000000" pitchFamily="2" charset="0"/>
              </a:rPr>
              <a:t>nformation </a:t>
            </a:r>
            <a:r>
              <a:rPr lang="en-PH" dirty="0">
                <a:solidFill>
                  <a:schemeClr val="accent5">
                    <a:lumMod val="50000"/>
                  </a:schemeClr>
                </a:solidFill>
                <a:latin typeface="AR JULIAN" panose="02000000000000000000" pitchFamily="2" charset="0"/>
              </a:rPr>
              <a:t>of the lost </a:t>
            </a:r>
            <a:r>
              <a:rPr lang="en-PH" dirty="0" smtClean="0">
                <a:solidFill>
                  <a:schemeClr val="accent5">
                    <a:lumMod val="50000"/>
                  </a:schemeClr>
                </a:solidFill>
                <a:latin typeface="AR JULIAN" panose="02000000000000000000" pitchFamily="2" charset="0"/>
              </a:rPr>
              <a:t>book</a:t>
            </a:r>
            <a:endParaRPr lang="en-PH" dirty="0">
              <a:solidFill>
                <a:schemeClr val="accent5">
                  <a:lumMod val="50000"/>
                </a:schemeClr>
              </a:solidFill>
              <a:latin typeface="AR JULIAN" panose="02000000000000000000" pitchFamily="2" charset="0"/>
            </a:endParaRPr>
          </a:p>
          <a:p>
            <a:pPr marL="285750" lvl="0" indent="-285750">
              <a:buFont typeface="Wingdings" panose="05000000000000000000" pitchFamily="2" charset="2"/>
              <a:buChar char="Ø"/>
            </a:pPr>
            <a:r>
              <a:rPr lang="en-PH" dirty="0">
                <a:solidFill>
                  <a:schemeClr val="accent5">
                    <a:lumMod val="50000"/>
                  </a:schemeClr>
                </a:solidFill>
                <a:latin typeface="AR JULIAN" panose="02000000000000000000" pitchFamily="2" charset="0"/>
              </a:rPr>
              <a:t>Name of the Book </a:t>
            </a:r>
            <a:r>
              <a:rPr lang="en-PH" dirty="0" smtClean="0">
                <a:solidFill>
                  <a:schemeClr val="accent5">
                    <a:lumMod val="50000"/>
                  </a:schemeClr>
                </a:solidFill>
                <a:latin typeface="AR JULIAN" panose="02000000000000000000" pitchFamily="2" charset="0"/>
              </a:rPr>
              <a:t>Lost</a:t>
            </a:r>
            <a:endParaRPr lang="en-PH" dirty="0">
              <a:solidFill>
                <a:schemeClr val="accent5">
                  <a:lumMod val="50000"/>
                </a:schemeClr>
              </a:solidFill>
              <a:latin typeface="AR JULIAN" panose="02000000000000000000" pitchFamily="2" charset="0"/>
            </a:endParaRPr>
          </a:p>
          <a:p>
            <a:pPr marL="285750" lvl="0" indent="-285750">
              <a:buFont typeface="Wingdings" panose="05000000000000000000" pitchFamily="2" charset="2"/>
              <a:buChar char="Ø"/>
            </a:pPr>
            <a:r>
              <a:rPr lang="en-PH" dirty="0">
                <a:solidFill>
                  <a:schemeClr val="accent5">
                    <a:lumMod val="50000"/>
                  </a:schemeClr>
                </a:solidFill>
                <a:latin typeface="AR JULIAN" panose="02000000000000000000" pitchFamily="2" charset="0"/>
              </a:rPr>
              <a:t>Book </a:t>
            </a:r>
            <a:r>
              <a:rPr lang="en-PH" dirty="0" smtClean="0">
                <a:solidFill>
                  <a:schemeClr val="accent5">
                    <a:lumMod val="50000"/>
                  </a:schemeClr>
                </a:solidFill>
                <a:latin typeface="AR JULIAN" panose="02000000000000000000" pitchFamily="2" charset="0"/>
              </a:rPr>
              <a:t>ID</a:t>
            </a:r>
            <a:endParaRPr lang="en-PH" dirty="0">
              <a:solidFill>
                <a:schemeClr val="accent5">
                  <a:lumMod val="50000"/>
                </a:schemeClr>
              </a:solidFill>
              <a:latin typeface="AR JULIAN" panose="02000000000000000000" pitchFamily="2" charset="0"/>
            </a:endParaRPr>
          </a:p>
          <a:p>
            <a:pPr marL="285750" lvl="0" indent="-285750">
              <a:buFont typeface="Wingdings" panose="05000000000000000000" pitchFamily="2" charset="2"/>
              <a:buChar char="Ø"/>
            </a:pPr>
            <a:r>
              <a:rPr lang="en-PH" dirty="0">
                <a:solidFill>
                  <a:schemeClr val="accent5">
                    <a:lumMod val="50000"/>
                  </a:schemeClr>
                </a:solidFill>
                <a:latin typeface="AR JULIAN" panose="02000000000000000000" pitchFamily="2" charset="0"/>
              </a:rPr>
              <a:t>Book </a:t>
            </a:r>
            <a:r>
              <a:rPr lang="en-PH" dirty="0" smtClean="0">
                <a:solidFill>
                  <a:schemeClr val="accent5">
                    <a:lumMod val="50000"/>
                  </a:schemeClr>
                </a:solidFill>
                <a:latin typeface="AR JULIAN" panose="02000000000000000000" pitchFamily="2" charset="0"/>
              </a:rPr>
              <a:t>Author</a:t>
            </a:r>
            <a:endParaRPr lang="en-PH" dirty="0">
              <a:solidFill>
                <a:schemeClr val="accent5">
                  <a:lumMod val="50000"/>
                </a:schemeClr>
              </a:solidFill>
              <a:latin typeface="AR JULIAN" panose="02000000000000000000" pitchFamily="2" charset="0"/>
            </a:endParaRPr>
          </a:p>
          <a:p>
            <a:pPr marL="285750" lvl="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Price</a:t>
            </a:r>
            <a:endParaRPr lang="en-PH" dirty="0">
              <a:solidFill>
                <a:schemeClr val="accent5">
                  <a:lumMod val="50000"/>
                </a:schemeClr>
              </a:solidFill>
              <a:latin typeface="AR JULIAN" panose="02000000000000000000" pitchFamily="2" charset="0"/>
            </a:endParaRPr>
          </a:p>
          <a:p>
            <a:pPr marL="285750" lvl="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Penalty</a:t>
            </a:r>
            <a:endParaRPr lang="en-PH" dirty="0">
              <a:solidFill>
                <a:schemeClr val="accent5">
                  <a:lumMod val="50000"/>
                </a:schemeClr>
              </a:solidFill>
              <a:latin typeface="AR JULIAN" panose="02000000000000000000" pitchFamily="2" charset="0"/>
            </a:endParaRPr>
          </a:p>
        </p:txBody>
      </p:sp>
      <p:sp>
        <p:nvSpPr>
          <p:cNvPr id="15" name="TextBox 14"/>
          <p:cNvSpPr txBox="1"/>
          <p:nvPr/>
        </p:nvSpPr>
        <p:spPr>
          <a:xfrm>
            <a:off x="369039" y="2311424"/>
            <a:ext cx="3421129" cy="400110"/>
          </a:xfrm>
          <a:prstGeom prst="rect">
            <a:avLst/>
          </a:prstGeom>
          <a:noFill/>
        </p:spPr>
        <p:txBody>
          <a:bodyPr wrap="none" rtlCol="0">
            <a:spAutoFit/>
          </a:bodyPr>
          <a:lstStyle/>
          <a:p>
            <a:r>
              <a:rPr lang="en-PH" sz="2000" dirty="0" smtClean="0">
                <a:latin typeface="AR JULIAN" panose="02000000000000000000" pitchFamily="2" charset="0"/>
              </a:rPr>
              <a:t>BOOK LOST AND REPLACE</a:t>
            </a:r>
            <a:endParaRPr lang="en-PH" sz="2000" dirty="0">
              <a:latin typeface="AR JULIAN" panose="02000000000000000000" pitchFamily="2" charset="0"/>
            </a:endParaRPr>
          </a:p>
        </p:txBody>
      </p:sp>
      <p:sp>
        <p:nvSpPr>
          <p:cNvPr id="16" name="TextBox 15"/>
          <p:cNvSpPr txBox="1"/>
          <p:nvPr/>
        </p:nvSpPr>
        <p:spPr>
          <a:xfrm>
            <a:off x="369039" y="4826675"/>
            <a:ext cx="3915578" cy="1754326"/>
          </a:xfrm>
          <a:prstGeom prst="rect">
            <a:avLst/>
          </a:prstGeom>
          <a:noFill/>
        </p:spPr>
        <p:txBody>
          <a:bodyPr wrap="square" rtlCol="0">
            <a:spAutoFit/>
          </a:bodyPr>
          <a:lstStyle/>
          <a:p>
            <a:r>
              <a:rPr lang="en-PH" dirty="0">
                <a:solidFill>
                  <a:schemeClr val="accent5">
                    <a:lumMod val="50000"/>
                  </a:schemeClr>
                </a:solidFill>
                <a:latin typeface="AR JULIAN" panose="02000000000000000000" pitchFamily="2" charset="0"/>
              </a:rPr>
              <a:t>Information of the replaced </a:t>
            </a:r>
            <a:r>
              <a:rPr lang="en-PH" dirty="0" smtClean="0">
                <a:solidFill>
                  <a:schemeClr val="accent5">
                    <a:lumMod val="50000"/>
                  </a:schemeClr>
                </a:solidFill>
                <a:latin typeface="AR JULIAN" panose="02000000000000000000" pitchFamily="2" charset="0"/>
              </a:rPr>
              <a:t>book</a:t>
            </a:r>
            <a:endParaRPr lang="en-PH" dirty="0">
              <a:solidFill>
                <a:schemeClr val="accent5">
                  <a:lumMod val="50000"/>
                </a:schemeClr>
              </a:solidFill>
              <a:latin typeface="AR JULIAN" panose="02000000000000000000" pitchFamily="2" charset="0"/>
            </a:endParaRPr>
          </a:p>
          <a:p>
            <a:pPr marL="285750" lvl="0" indent="-285750">
              <a:buFont typeface="Wingdings" panose="05000000000000000000" pitchFamily="2" charset="2"/>
              <a:buChar char="Ø"/>
            </a:pPr>
            <a:r>
              <a:rPr lang="en-PH" dirty="0">
                <a:solidFill>
                  <a:schemeClr val="accent5">
                    <a:lumMod val="50000"/>
                  </a:schemeClr>
                </a:solidFill>
                <a:latin typeface="AR JULIAN" panose="02000000000000000000" pitchFamily="2" charset="0"/>
              </a:rPr>
              <a:t>Book </a:t>
            </a:r>
            <a:r>
              <a:rPr lang="en-PH" dirty="0" smtClean="0">
                <a:solidFill>
                  <a:schemeClr val="accent5">
                    <a:lumMod val="50000"/>
                  </a:schemeClr>
                </a:solidFill>
                <a:latin typeface="AR JULIAN" panose="02000000000000000000" pitchFamily="2" charset="0"/>
              </a:rPr>
              <a:t>ID</a:t>
            </a:r>
            <a:endParaRPr lang="en-PH" dirty="0">
              <a:solidFill>
                <a:schemeClr val="accent5">
                  <a:lumMod val="50000"/>
                </a:schemeClr>
              </a:solidFill>
              <a:latin typeface="AR JULIAN" panose="02000000000000000000" pitchFamily="2" charset="0"/>
            </a:endParaRPr>
          </a:p>
          <a:p>
            <a:pPr marL="285750" lvl="0" indent="-285750">
              <a:buFont typeface="Wingdings" panose="05000000000000000000" pitchFamily="2" charset="2"/>
              <a:buChar char="Ø"/>
            </a:pPr>
            <a:r>
              <a:rPr lang="en-PH" dirty="0">
                <a:solidFill>
                  <a:schemeClr val="accent5">
                    <a:lumMod val="50000"/>
                  </a:schemeClr>
                </a:solidFill>
                <a:latin typeface="AR JULIAN" panose="02000000000000000000" pitchFamily="2" charset="0"/>
              </a:rPr>
              <a:t>Name of the Replaced </a:t>
            </a:r>
            <a:r>
              <a:rPr lang="en-PH" dirty="0" smtClean="0">
                <a:solidFill>
                  <a:schemeClr val="accent5">
                    <a:lumMod val="50000"/>
                  </a:schemeClr>
                </a:solidFill>
                <a:latin typeface="AR JULIAN" panose="02000000000000000000" pitchFamily="2" charset="0"/>
              </a:rPr>
              <a:t>Book</a:t>
            </a:r>
            <a:endParaRPr lang="en-PH" dirty="0">
              <a:solidFill>
                <a:schemeClr val="accent5">
                  <a:lumMod val="50000"/>
                </a:schemeClr>
              </a:solidFill>
              <a:latin typeface="AR JULIAN" panose="02000000000000000000" pitchFamily="2" charset="0"/>
            </a:endParaRPr>
          </a:p>
          <a:p>
            <a:pPr marL="285750" lvl="0" indent="-285750">
              <a:buFont typeface="Wingdings" panose="05000000000000000000" pitchFamily="2" charset="2"/>
              <a:buChar char="Ø"/>
            </a:pPr>
            <a:r>
              <a:rPr lang="en-PH" dirty="0">
                <a:solidFill>
                  <a:schemeClr val="accent5">
                    <a:lumMod val="50000"/>
                  </a:schemeClr>
                </a:solidFill>
                <a:latin typeface="AR JULIAN" panose="02000000000000000000" pitchFamily="2" charset="0"/>
              </a:rPr>
              <a:t>Book </a:t>
            </a:r>
            <a:r>
              <a:rPr lang="en-PH" dirty="0" smtClean="0">
                <a:solidFill>
                  <a:schemeClr val="accent5">
                    <a:lumMod val="50000"/>
                  </a:schemeClr>
                </a:solidFill>
                <a:latin typeface="AR JULIAN" panose="02000000000000000000" pitchFamily="2" charset="0"/>
              </a:rPr>
              <a:t>Author</a:t>
            </a:r>
            <a:endParaRPr lang="en-PH" dirty="0">
              <a:solidFill>
                <a:schemeClr val="accent5">
                  <a:lumMod val="50000"/>
                </a:schemeClr>
              </a:solidFill>
              <a:latin typeface="AR JULIAN" panose="02000000000000000000" pitchFamily="2" charset="0"/>
            </a:endParaRPr>
          </a:p>
          <a:p>
            <a:pPr marL="285750" lvl="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Generate</a:t>
            </a:r>
            <a:endParaRPr lang="en-PH" dirty="0">
              <a:solidFill>
                <a:schemeClr val="accent5">
                  <a:lumMod val="50000"/>
                </a:schemeClr>
              </a:solidFill>
              <a:latin typeface="AR JULIAN" panose="02000000000000000000" pitchFamily="2" charset="0"/>
            </a:endParaRPr>
          </a:p>
          <a:p>
            <a:pPr marL="285750" lvl="0" indent="-285750">
              <a:buFont typeface="Wingdings" panose="05000000000000000000" pitchFamily="2" charset="2"/>
              <a:buChar char="Ø"/>
            </a:pPr>
            <a:r>
              <a:rPr lang="en-PH" dirty="0">
                <a:solidFill>
                  <a:schemeClr val="accent5">
                    <a:lumMod val="50000"/>
                  </a:schemeClr>
                </a:solidFill>
                <a:latin typeface="AR JULIAN" panose="02000000000000000000" pitchFamily="2" charset="0"/>
              </a:rPr>
              <a:t>Replaced </a:t>
            </a:r>
            <a:r>
              <a:rPr lang="en-PH" dirty="0" smtClean="0">
                <a:solidFill>
                  <a:schemeClr val="accent5">
                    <a:lumMod val="50000"/>
                  </a:schemeClr>
                </a:solidFill>
                <a:latin typeface="AR JULIAN" panose="02000000000000000000" pitchFamily="2" charset="0"/>
              </a:rPr>
              <a:t>Book</a:t>
            </a:r>
            <a:endParaRPr lang="en-PH" dirty="0">
              <a:solidFill>
                <a:schemeClr val="accent5">
                  <a:lumMod val="50000"/>
                </a:schemeClr>
              </a:solidFill>
              <a:latin typeface="AR JULIAN" panose="02000000000000000000" pitchFamily="2" charset="0"/>
            </a:endParaRPr>
          </a:p>
        </p:txBody>
      </p:sp>
    </p:spTree>
    <p:extLst>
      <p:ext uri="{BB962C8B-B14F-4D97-AF65-F5344CB8AC3E}">
        <p14:creationId xmlns:p14="http://schemas.microsoft.com/office/powerpoint/2010/main" val="258664845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506440" y="98474"/>
            <a:ext cx="2433680" cy="1569660"/>
          </a:xfrm>
          <a:prstGeom prst="rect">
            <a:avLst/>
          </a:prstGeom>
          <a:noFill/>
        </p:spPr>
        <p:txBody>
          <a:bodyPr wrap="none" rtlCol="0">
            <a:spAutoFit/>
          </a:bodyPr>
          <a:lstStyle/>
          <a:p>
            <a:r>
              <a:rPr lang="en-PH" sz="9600" dirty="0" smtClean="0">
                <a:solidFill>
                  <a:srgbClr val="0000FF"/>
                </a:solidFill>
                <a:latin typeface="AR JULIAN" panose="02000000000000000000" pitchFamily="2" charset="0"/>
              </a:rPr>
              <a:t>L</a:t>
            </a:r>
            <a:r>
              <a:rPr lang="en-PH" sz="9600" dirty="0" smtClean="0">
                <a:solidFill>
                  <a:srgbClr val="FF0000"/>
                </a:solidFill>
                <a:latin typeface="AR JULIAN" panose="02000000000000000000" pitchFamily="2" charset="0"/>
              </a:rPr>
              <a:t>M</a:t>
            </a:r>
            <a:r>
              <a:rPr lang="en-PH" sz="9600" dirty="0" smtClean="0">
                <a:solidFill>
                  <a:srgbClr val="008000"/>
                </a:solidFill>
                <a:latin typeface="AR JULIAN" panose="02000000000000000000" pitchFamily="2" charset="0"/>
              </a:rPr>
              <a:t>S</a:t>
            </a:r>
            <a:endParaRPr lang="en-PH" sz="9600" dirty="0">
              <a:solidFill>
                <a:srgbClr val="008000"/>
              </a:solidFill>
              <a:latin typeface="AR JULIAN" panose="02000000000000000000" pitchFamily="2" charset="0"/>
            </a:endParaRPr>
          </a:p>
        </p:txBody>
      </p:sp>
      <p:sp>
        <p:nvSpPr>
          <p:cNvPr id="12" name="TextBox 11"/>
          <p:cNvSpPr txBox="1"/>
          <p:nvPr/>
        </p:nvSpPr>
        <p:spPr>
          <a:xfrm>
            <a:off x="3277770" y="661720"/>
            <a:ext cx="7597593" cy="646331"/>
          </a:xfrm>
          <a:prstGeom prst="rect">
            <a:avLst/>
          </a:prstGeom>
          <a:noFill/>
        </p:spPr>
        <p:txBody>
          <a:bodyPr wrap="none" rtlCol="0">
            <a:spAutoFit/>
          </a:bodyPr>
          <a:lstStyle/>
          <a:p>
            <a:r>
              <a:rPr lang="en-PH" sz="3600" dirty="0" smtClean="0">
                <a:solidFill>
                  <a:srgbClr val="0000FF"/>
                </a:solidFill>
                <a:latin typeface="Arial" panose="020B0604020202020204" pitchFamily="34" charset="0"/>
                <a:cs typeface="Arial" panose="020B0604020202020204" pitchFamily="34" charset="0"/>
              </a:rPr>
              <a:t>LIBRARY</a:t>
            </a:r>
            <a:r>
              <a:rPr lang="en-PH" sz="3600" dirty="0" smtClean="0">
                <a:latin typeface="Arial" panose="020B0604020202020204" pitchFamily="34" charset="0"/>
                <a:cs typeface="Arial" panose="020B0604020202020204" pitchFamily="34" charset="0"/>
              </a:rPr>
              <a:t> </a:t>
            </a:r>
            <a:r>
              <a:rPr lang="en-PH" sz="3600" dirty="0" smtClean="0">
                <a:solidFill>
                  <a:srgbClr val="FF0000"/>
                </a:solidFill>
                <a:latin typeface="Arial" panose="020B0604020202020204" pitchFamily="34" charset="0"/>
                <a:cs typeface="Arial" panose="020B0604020202020204" pitchFamily="34" charset="0"/>
              </a:rPr>
              <a:t>MANAGEMENT</a:t>
            </a:r>
            <a:r>
              <a:rPr lang="en-PH" sz="3600" dirty="0" smtClean="0">
                <a:latin typeface="Arial" panose="020B0604020202020204" pitchFamily="34" charset="0"/>
                <a:cs typeface="Arial" panose="020B0604020202020204" pitchFamily="34" charset="0"/>
              </a:rPr>
              <a:t> </a:t>
            </a:r>
            <a:r>
              <a:rPr lang="en-PH" sz="3600" dirty="0" smtClean="0">
                <a:solidFill>
                  <a:srgbClr val="008000"/>
                </a:solidFill>
                <a:latin typeface="Arial" panose="020B0604020202020204" pitchFamily="34" charset="0"/>
                <a:cs typeface="Arial" panose="020B0604020202020204" pitchFamily="34" charset="0"/>
              </a:rPr>
              <a:t>SYSTEM</a:t>
            </a:r>
            <a:endParaRPr lang="en-PH" sz="3600" dirty="0">
              <a:solidFill>
                <a:srgbClr val="008000"/>
              </a:solidFill>
              <a:latin typeface="Arial" panose="020B0604020202020204" pitchFamily="34" charset="0"/>
              <a:cs typeface="Arial" panose="020B0604020202020204" pitchFamily="34" charset="0"/>
            </a:endParaRPr>
          </a:p>
        </p:txBody>
      </p:sp>
      <p:sp>
        <p:nvSpPr>
          <p:cNvPr id="13" name="TextBox 12"/>
          <p:cNvSpPr txBox="1"/>
          <p:nvPr/>
        </p:nvSpPr>
        <p:spPr>
          <a:xfrm>
            <a:off x="1138024" y="2579394"/>
            <a:ext cx="1955985" cy="400110"/>
          </a:xfrm>
          <a:prstGeom prst="rect">
            <a:avLst/>
          </a:prstGeom>
          <a:noFill/>
        </p:spPr>
        <p:txBody>
          <a:bodyPr wrap="none" rtlCol="0">
            <a:spAutoFit/>
          </a:bodyPr>
          <a:lstStyle/>
          <a:p>
            <a:r>
              <a:rPr lang="en-PH" sz="2000" dirty="0" smtClean="0">
                <a:latin typeface="AR JULIAN" panose="02000000000000000000" pitchFamily="2" charset="0"/>
              </a:rPr>
              <a:t>ADD ACCOUNT</a:t>
            </a:r>
            <a:endParaRPr lang="en-PH" sz="2000" dirty="0">
              <a:latin typeface="AR JULIAN" panose="02000000000000000000" pitchFamily="2" charset="0"/>
            </a:endParaRPr>
          </a:p>
        </p:txBody>
      </p:sp>
      <p:sp>
        <p:nvSpPr>
          <p:cNvPr id="14" name="Rectangle 13"/>
          <p:cNvSpPr/>
          <p:nvPr/>
        </p:nvSpPr>
        <p:spPr>
          <a:xfrm>
            <a:off x="932503" y="1506433"/>
            <a:ext cx="9882566" cy="941796"/>
          </a:xfrm>
          <a:prstGeom prst="rect">
            <a:avLst/>
          </a:prstGeom>
        </p:spPr>
        <p:txBody>
          <a:bodyPr wrap="square">
            <a:spAutoFit/>
          </a:bodyPr>
          <a:lstStyle/>
          <a:p>
            <a:pPr algn="ctr">
              <a:lnSpc>
                <a:spcPct val="115000"/>
              </a:lnSpc>
            </a:pPr>
            <a:r>
              <a:rPr lang="en-PH" sz="3600" dirty="0" smtClean="0">
                <a:latin typeface="AR JULIAN" panose="02000000000000000000" pitchFamily="2" charset="0"/>
                <a:ea typeface="Calibri" panose="020F0502020204030204" pitchFamily="34" charset="0"/>
                <a:cs typeface="Arial" panose="020B0604020202020204" pitchFamily="34" charset="0"/>
              </a:rPr>
              <a:t>PROJECT DETAILS</a:t>
            </a:r>
            <a:r>
              <a:rPr lang="en-US" sz="24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rPr>
              <a:t> </a:t>
            </a: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5" name="TextBox 14"/>
          <p:cNvSpPr txBox="1"/>
          <p:nvPr/>
        </p:nvSpPr>
        <p:spPr>
          <a:xfrm>
            <a:off x="290540" y="3480822"/>
            <a:ext cx="2299027" cy="2308324"/>
          </a:xfrm>
          <a:prstGeom prst="rect">
            <a:avLst/>
          </a:prstGeom>
          <a:noFill/>
        </p:spPr>
        <p:txBody>
          <a:bodyPr wrap="none" rtlCol="0">
            <a:spAutoFit/>
          </a:bodyPr>
          <a:lstStyle/>
          <a:p>
            <a:pPr marL="285750" lvl="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ID</a:t>
            </a:r>
            <a:endParaRPr lang="en-PH" dirty="0">
              <a:solidFill>
                <a:schemeClr val="accent5">
                  <a:lumMod val="50000"/>
                </a:schemeClr>
              </a:solidFill>
              <a:latin typeface="AR JULIAN" panose="02000000000000000000" pitchFamily="2" charset="0"/>
            </a:endParaRPr>
          </a:p>
          <a:p>
            <a:pPr marL="285750" lvl="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Username</a:t>
            </a:r>
            <a:endParaRPr lang="en-PH" dirty="0">
              <a:solidFill>
                <a:schemeClr val="accent5">
                  <a:lumMod val="50000"/>
                </a:schemeClr>
              </a:solidFill>
              <a:latin typeface="AR JULIAN" panose="02000000000000000000" pitchFamily="2" charset="0"/>
            </a:endParaRPr>
          </a:p>
          <a:p>
            <a:pPr marL="285750" lvl="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Password</a:t>
            </a:r>
            <a:endParaRPr lang="en-PH" dirty="0">
              <a:solidFill>
                <a:schemeClr val="accent5">
                  <a:lumMod val="50000"/>
                </a:schemeClr>
              </a:solidFill>
              <a:latin typeface="AR JULIAN" panose="02000000000000000000" pitchFamily="2" charset="0"/>
            </a:endParaRPr>
          </a:p>
          <a:p>
            <a:pPr marL="285750" lvl="0" indent="-285750">
              <a:buFont typeface="Wingdings" panose="05000000000000000000" pitchFamily="2" charset="2"/>
              <a:buChar char="Ø"/>
            </a:pPr>
            <a:r>
              <a:rPr lang="en-PH" dirty="0">
                <a:solidFill>
                  <a:schemeClr val="accent5">
                    <a:lumMod val="50000"/>
                  </a:schemeClr>
                </a:solidFill>
                <a:latin typeface="AR JULIAN" panose="02000000000000000000" pitchFamily="2" charset="0"/>
              </a:rPr>
              <a:t>Retype </a:t>
            </a:r>
            <a:r>
              <a:rPr lang="en-PH" dirty="0" smtClean="0">
                <a:solidFill>
                  <a:schemeClr val="accent5">
                    <a:lumMod val="50000"/>
                  </a:schemeClr>
                </a:solidFill>
                <a:latin typeface="AR JULIAN" panose="02000000000000000000" pitchFamily="2" charset="0"/>
              </a:rPr>
              <a:t>Password</a:t>
            </a:r>
            <a:endParaRPr lang="en-PH" dirty="0">
              <a:solidFill>
                <a:schemeClr val="accent5">
                  <a:lumMod val="50000"/>
                </a:schemeClr>
              </a:solidFill>
              <a:latin typeface="AR JULIAN" panose="02000000000000000000" pitchFamily="2" charset="0"/>
            </a:endParaRPr>
          </a:p>
          <a:p>
            <a:pPr marL="285750" lvl="0" indent="-285750">
              <a:buFont typeface="Wingdings" panose="05000000000000000000" pitchFamily="2" charset="2"/>
              <a:buChar char="Ø"/>
            </a:pPr>
            <a:r>
              <a:rPr lang="en-PH" dirty="0">
                <a:solidFill>
                  <a:schemeClr val="accent5">
                    <a:lumMod val="50000"/>
                  </a:schemeClr>
                </a:solidFill>
                <a:latin typeface="AR JULIAN" panose="02000000000000000000" pitchFamily="2" charset="0"/>
              </a:rPr>
              <a:t>First </a:t>
            </a:r>
            <a:r>
              <a:rPr lang="en-PH" dirty="0" smtClean="0">
                <a:solidFill>
                  <a:schemeClr val="accent5">
                    <a:lumMod val="50000"/>
                  </a:schemeClr>
                </a:solidFill>
                <a:latin typeface="AR JULIAN" panose="02000000000000000000" pitchFamily="2" charset="0"/>
              </a:rPr>
              <a:t>Name</a:t>
            </a:r>
            <a:endParaRPr lang="en-PH" dirty="0">
              <a:solidFill>
                <a:schemeClr val="accent5">
                  <a:lumMod val="50000"/>
                </a:schemeClr>
              </a:solidFill>
              <a:latin typeface="AR JULIAN" panose="02000000000000000000" pitchFamily="2" charset="0"/>
            </a:endParaRPr>
          </a:p>
          <a:p>
            <a:pPr marL="285750" lvl="0" indent="-285750">
              <a:buFont typeface="Wingdings" panose="05000000000000000000" pitchFamily="2" charset="2"/>
              <a:buChar char="Ø"/>
            </a:pPr>
            <a:r>
              <a:rPr lang="en-PH" dirty="0">
                <a:solidFill>
                  <a:schemeClr val="accent5">
                    <a:lumMod val="50000"/>
                  </a:schemeClr>
                </a:solidFill>
                <a:latin typeface="AR JULIAN" panose="02000000000000000000" pitchFamily="2" charset="0"/>
              </a:rPr>
              <a:t>Last </a:t>
            </a:r>
            <a:r>
              <a:rPr lang="en-PH" dirty="0" smtClean="0">
                <a:solidFill>
                  <a:schemeClr val="accent5">
                    <a:lumMod val="50000"/>
                  </a:schemeClr>
                </a:solidFill>
                <a:latin typeface="AR JULIAN" panose="02000000000000000000" pitchFamily="2" charset="0"/>
              </a:rPr>
              <a:t>Name</a:t>
            </a:r>
          </a:p>
          <a:p>
            <a:pPr marL="285750" lvl="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Gender </a:t>
            </a:r>
          </a:p>
          <a:p>
            <a:pPr marL="285750" lvl="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Date </a:t>
            </a:r>
            <a:r>
              <a:rPr lang="en-PH" dirty="0">
                <a:solidFill>
                  <a:schemeClr val="accent5">
                    <a:lumMod val="50000"/>
                  </a:schemeClr>
                </a:solidFill>
                <a:latin typeface="AR JULIAN" panose="02000000000000000000" pitchFamily="2" charset="0"/>
              </a:rPr>
              <a:t>of Birth </a:t>
            </a:r>
            <a:endParaRPr lang="en-PH" dirty="0" smtClean="0">
              <a:solidFill>
                <a:schemeClr val="accent5">
                  <a:lumMod val="50000"/>
                </a:schemeClr>
              </a:solidFill>
              <a:latin typeface="AR JULIAN" panose="02000000000000000000" pitchFamily="2" charset="0"/>
            </a:endParaRPr>
          </a:p>
        </p:txBody>
      </p:sp>
      <p:pic>
        <p:nvPicPr>
          <p:cNvPr id="17" name="Picture 16"/>
          <p:cNvPicPr>
            <a:picLocks noChangeAspect="1"/>
          </p:cNvPicPr>
          <p:nvPr/>
        </p:nvPicPr>
        <p:blipFill rotWithShape="1">
          <a:blip r:embed="rId2"/>
          <a:srcRect l="18095" t="14832" r="28136" b="21875"/>
          <a:stretch/>
        </p:blipFill>
        <p:spPr>
          <a:xfrm>
            <a:off x="4834109" y="2979504"/>
            <a:ext cx="6041254" cy="3320431"/>
          </a:xfrm>
          <a:prstGeom prst="rect">
            <a:avLst/>
          </a:prstGeom>
          <a:scene3d>
            <a:camera prst="perspectiveRight"/>
            <a:lightRig rig="threePt" dir="t"/>
          </a:scene3d>
        </p:spPr>
      </p:pic>
      <p:sp>
        <p:nvSpPr>
          <p:cNvPr id="18" name="TextBox 17"/>
          <p:cNvSpPr txBox="1"/>
          <p:nvPr/>
        </p:nvSpPr>
        <p:spPr>
          <a:xfrm>
            <a:off x="2491200" y="3480822"/>
            <a:ext cx="2076209" cy="2031325"/>
          </a:xfrm>
          <a:prstGeom prst="rect">
            <a:avLst/>
          </a:prstGeom>
          <a:noFill/>
        </p:spPr>
        <p:txBody>
          <a:bodyPr wrap="none" rtlCol="0">
            <a:spAutoFit/>
          </a:bodyPr>
          <a:lstStyle/>
          <a:p>
            <a:pPr marL="285750" lvl="0" indent="-285750">
              <a:buFont typeface="Wingdings" panose="05000000000000000000" pitchFamily="2" charset="2"/>
              <a:buChar char="Ø"/>
            </a:pPr>
            <a:r>
              <a:rPr lang="en-PH" dirty="0">
                <a:solidFill>
                  <a:schemeClr val="accent5">
                    <a:lumMod val="50000"/>
                  </a:schemeClr>
                </a:solidFill>
                <a:latin typeface="AR JULIAN" panose="02000000000000000000" pitchFamily="2" charset="0"/>
              </a:rPr>
              <a:t>Address</a:t>
            </a:r>
            <a:endParaRPr lang="en-PH" dirty="0" smtClean="0">
              <a:solidFill>
                <a:schemeClr val="accent5">
                  <a:lumMod val="50000"/>
                </a:schemeClr>
              </a:solidFill>
              <a:latin typeface="AR JULIAN" panose="02000000000000000000" pitchFamily="2" charset="0"/>
            </a:endParaRPr>
          </a:p>
          <a:p>
            <a:pPr marL="285750" lvl="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Phone </a:t>
            </a:r>
            <a:r>
              <a:rPr lang="en-PH" dirty="0">
                <a:solidFill>
                  <a:schemeClr val="accent5">
                    <a:lumMod val="50000"/>
                  </a:schemeClr>
                </a:solidFill>
                <a:latin typeface="AR JULIAN" panose="02000000000000000000" pitchFamily="2" charset="0"/>
              </a:rPr>
              <a:t>Number </a:t>
            </a:r>
            <a:endParaRPr lang="en-PH" dirty="0" smtClean="0">
              <a:solidFill>
                <a:schemeClr val="accent5">
                  <a:lumMod val="50000"/>
                </a:schemeClr>
              </a:solidFill>
              <a:latin typeface="AR JULIAN" panose="02000000000000000000" pitchFamily="2" charset="0"/>
            </a:endParaRPr>
          </a:p>
          <a:p>
            <a:pPr marL="285750" lvl="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Department</a:t>
            </a:r>
            <a:endParaRPr lang="en-PH" dirty="0">
              <a:solidFill>
                <a:schemeClr val="accent5">
                  <a:lumMod val="50000"/>
                </a:schemeClr>
              </a:solidFill>
              <a:latin typeface="AR JULIAN" panose="02000000000000000000" pitchFamily="2" charset="0"/>
            </a:endParaRPr>
          </a:p>
          <a:p>
            <a:pPr marL="285750" lvl="0" indent="-285750">
              <a:buFont typeface="Wingdings" panose="05000000000000000000" pitchFamily="2" charset="2"/>
              <a:buChar char="Ø"/>
            </a:pPr>
            <a:r>
              <a:rPr lang="en-PH" dirty="0">
                <a:solidFill>
                  <a:schemeClr val="accent5">
                    <a:lumMod val="50000"/>
                  </a:schemeClr>
                </a:solidFill>
                <a:latin typeface="AR JULIAN" panose="02000000000000000000" pitchFamily="2" charset="0"/>
              </a:rPr>
              <a:t>Camera </a:t>
            </a:r>
          </a:p>
          <a:p>
            <a:pPr marL="285750" lvl="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Add</a:t>
            </a:r>
            <a:endParaRPr lang="en-PH" dirty="0">
              <a:solidFill>
                <a:schemeClr val="accent5">
                  <a:lumMod val="50000"/>
                </a:schemeClr>
              </a:solidFill>
              <a:latin typeface="AR JULIAN" panose="02000000000000000000" pitchFamily="2" charset="0"/>
            </a:endParaRPr>
          </a:p>
          <a:p>
            <a:pPr marL="285750" lvl="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New</a:t>
            </a:r>
            <a:endParaRPr lang="en-PH" dirty="0">
              <a:solidFill>
                <a:schemeClr val="accent5">
                  <a:lumMod val="50000"/>
                </a:schemeClr>
              </a:solidFill>
              <a:latin typeface="AR JULIAN" panose="02000000000000000000" pitchFamily="2" charset="0"/>
            </a:endParaRPr>
          </a:p>
          <a:p>
            <a:pPr marL="285750" lvl="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Clear</a:t>
            </a:r>
            <a:endParaRPr lang="en-PH" dirty="0">
              <a:solidFill>
                <a:schemeClr val="accent5">
                  <a:lumMod val="50000"/>
                </a:schemeClr>
              </a:solidFill>
              <a:latin typeface="AR JULIAN" panose="02000000000000000000" pitchFamily="2" charset="0"/>
            </a:endParaRPr>
          </a:p>
        </p:txBody>
      </p:sp>
    </p:spTree>
    <p:extLst>
      <p:ext uri="{BB962C8B-B14F-4D97-AF65-F5344CB8AC3E}">
        <p14:creationId xmlns:p14="http://schemas.microsoft.com/office/powerpoint/2010/main" val="123899500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06440" y="98474"/>
            <a:ext cx="2433680" cy="1569660"/>
          </a:xfrm>
          <a:prstGeom prst="rect">
            <a:avLst/>
          </a:prstGeom>
          <a:noFill/>
        </p:spPr>
        <p:txBody>
          <a:bodyPr wrap="none" rtlCol="0">
            <a:spAutoFit/>
          </a:bodyPr>
          <a:lstStyle/>
          <a:p>
            <a:r>
              <a:rPr lang="en-PH" sz="9600" dirty="0" smtClean="0">
                <a:solidFill>
                  <a:srgbClr val="0000FF"/>
                </a:solidFill>
                <a:latin typeface="AR JULIAN" panose="02000000000000000000" pitchFamily="2" charset="0"/>
              </a:rPr>
              <a:t>L</a:t>
            </a:r>
            <a:r>
              <a:rPr lang="en-PH" sz="9600" dirty="0" smtClean="0">
                <a:solidFill>
                  <a:srgbClr val="FF0000"/>
                </a:solidFill>
                <a:latin typeface="AR JULIAN" panose="02000000000000000000" pitchFamily="2" charset="0"/>
              </a:rPr>
              <a:t>M</a:t>
            </a:r>
            <a:r>
              <a:rPr lang="en-PH" sz="9600" dirty="0" smtClean="0">
                <a:solidFill>
                  <a:srgbClr val="008000"/>
                </a:solidFill>
                <a:latin typeface="AR JULIAN" panose="02000000000000000000" pitchFamily="2" charset="0"/>
              </a:rPr>
              <a:t>S</a:t>
            </a:r>
            <a:endParaRPr lang="en-PH" sz="9600" dirty="0">
              <a:solidFill>
                <a:srgbClr val="008000"/>
              </a:solidFill>
              <a:latin typeface="AR JULIAN" panose="02000000000000000000" pitchFamily="2" charset="0"/>
            </a:endParaRPr>
          </a:p>
        </p:txBody>
      </p:sp>
      <p:sp>
        <p:nvSpPr>
          <p:cNvPr id="5" name="TextBox 4"/>
          <p:cNvSpPr txBox="1"/>
          <p:nvPr/>
        </p:nvSpPr>
        <p:spPr>
          <a:xfrm>
            <a:off x="3277770" y="661720"/>
            <a:ext cx="7597593" cy="646331"/>
          </a:xfrm>
          <a:prstGeom prst="rect">
            <a:avLst/>
          </a:prstGeom>
          <a:noFill/>
        </p:spPr>
        <p:txBody>
          <a:bodyPr wrap="none" rtlCol="0">
            <a:spAutoFit/>
          </a:bodyPr>
          <a:lstStyle/>
          <a:p>
            <a:r>
              <a:rPr lang="en-PH" sz="3600" dirty="0" smtClean="0">
                <a:solidFill>
                  <a:srgbClr val="0000FF"/>
                </a:solidFill>
                <a:latin typeface="Arial" panose="020B0604020202020204" pitchFamily="34" charset="0"/>
                <a:cs typeface="Arial" panose="020B0604020202020204" pitchFamily="34" charset="0"/>
              </a:rPr>
              <a:t>LIBRARY</a:t>
            </a:r>
            <a:r>
              <a:rPr lang="en-PH" sz="3600" dirty="0" smtClean="0">
                <a:latin typeface="Arial" panose="020B0604020202020204" pitchFamily="34" charset="0"/>
                <a:cs typeface="Arial" panose="020B0604020202020204" pitchFamily="34" charset="0"/>
              </a:rPr>
              <a:t> </a:t>
            </a:r>
            <a:r>
              <a:rPr lang="en-PH" sz="3600" dirty="0" smtClean="0">
                <a:solidFill>
                  <a:srgbClr val="FF0000"/>
                </a:solidFill>
                <a:latin typeface="Arial" panose="020B0604020202020204" pitchFamily="34" charset="0"/>
                <a:cs typeface="Arial" panose="020B0604020202020204" pitchFamily="34" charset="0"/>
              </a:rPr>
              <a:t>MANAGEMENT</a:t>
            </a:r>
            <a:r>
              <a:rPr lang="en-PH" sz="3600" dirty="0" smtClean="0">
                <a:latin typeface="Arial" panose="020B0604020202020204" pitchFamily="34" charset="0"/>
                <a:cs typeface="Arial" panose="020B0604020202020204" pitchFamily="34" charset="0"/>
              </a:rPr>
              <a:t> </a:t>
            </a:r>
            <a:r>
              <a:rPr lang="en-PH" sz="3600" dirty="0" smtClean="0">
                <a:solidFill>
                  <a:srgbClr val="008000"/>
                </a:solidFill>
                <a:latin typeface="Arial" panose="020B0604020202020204" pitchFamily="34" charset="0"/>
                <a:cs typeface="Arial" panose="020B0604020202020204" pitchFamily="34" charset="0"/>
              </a:rPr>
              <a:t>SYSTEM</a:t>
            </a:r>
            <a:endParaRPr lang="en-PH" sz="3600" dirty="0">
              <a:solidFill>
                <a:srgbClr val="008000"/>
              </a:solidFill>
              <a:latin typeface="Arial" panose="020B0604020202020204" pitchFamily="34" charset="0"/>
              <a:cs typeface="Arial" panose="020B0604020202020204" pitchFamily="34" charset="0"/>
            </a:endParaRPr>
          </a:p>
        </p:txBody>
      </p:sp>
      <p:sp>
        <p:nvSpPr>
          <p:cNvPr id="6" name="TextBox 5"/>
          <p:cNvSpPr txBox="1"/>
          <p:nvPr/>
        </p:nvSpPr>
        <p:spPr>
          <a:xfrm>
            <a:off x="1326709" y="2579394"/>
            <a:ext cx="1612942" cy="400110"/>
          </a:xfrm>
          <a:prstGeom prst="rect">
            <a:avLst/>
          </a:prstGeom>
          <a:noFill/>
        </p:spPr>
        <p:txBody>
          <a:bodyPr wrap="none" rtlCol="0">
            <a:spAutoFit/>
          </a:bodyPr>
          <a:lstStyle/>
          <a:p>
            <a:r>
              <a:rPr lang="en-PH" sz="2000" dirty="0" smtClean="0">
                <a:latin typeface="AR JULIAN" panose="02000000000000000000" pitchFamily="2" charset="0"/>
              </a:rPr>
              <a:t>ADD BOOKs</a:t>
            </a:r>
            <a:endParaRPr lang="en-PH" sz="2000" dirty="0">
              <a:latin typeface="AR JULIAN" panose="02000000000000000000" pitchFamily="2" charset="0"/>
            </a:endParaRPr>
          </a:p>
        </p:txBody>
      </p:sp>
      <p:sp>
        <p:nvSpPr>
          <p:cNvPr id="7" name="Rectangle 6"/>
          <p:cNvSpPr/>
          <p:nvPr/>
        </p:nvSpPr>
        <p:spPr>
          <a:xfrm>
            <a:off x="932503" y="1506433"/>
            <a:ext cx="9882566" cy="941796"/>
          </a:xfrm>
          <a:prstGeom prst="rect">
            <a:avLst/>
          </a:prstGeom>
        </p:spPr>
        <p:txBody>
          <a:bodyPr wrap="square">
            <a:spAutoFit/>
          </a:bodyPr>
          <a:lstStyle/>
          <a:p>
            <a:pPr algn="ctr">
              <a:lnSpc>
                <a:spcPct val="115000"/>
              </a:lnSpc>
            </a:pPr>
            <a:r>
              <a:rPr lang="en-PH" sz="3600" dirty="0" smtClean="0">
                <a:latin typeface="AR JULIAN" panose="02000000000000000000" pitchFamily="2" charset="0"/>
                <a:ea typeface="Calibri" panose="020F0502020204030204" pitchFamily="34" charset="0"/>
                <a:cs typeface="Arial" panose="020B0604020202020204" pitchFamily="34" charset="0"/>
              </a:rPr>
              <a:t>PROJECT DETAILS</a:t>
            </a:r>
            <a:r>
              <a:rPr lang="en-US" sz="24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rPr>
              <a:t> </a:t>
            </a: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p:txBody>
      </p:sp>
      <p:pic>
        <p:nvPicPr>
          <p:cNvPr id="10" name="Picture 9"/>
          <p:cNvPicPr>
            <a:picLocks noChangeAspect="1"/>
          </p:cNvPicPr>
          <p:nvPr/>
        </p:nvPicPr>
        <p:blipFill rotWithShape="1">
          <a:blip r:embed="rId2"/>
          <a:srcRect l="18096" t="15030" r="21554" b="23463"/>
          <a:stretch/>
        </p:blipFill>
        <p:spPr>
          <a:xfrm>
            <a:off x="4887357" y="2979504"/>
            <a:ext cx="5988006" cy="3320432"/>
          </a:xfrm>
          <a:prstGeom prst="rect">
            <a:avLst/>
          </a:prstGeom>
          <a:scene3d>
            <a:camera prst="perspectiveRight"/>
            <a:lightRig rig="threePt" dir="t"/>
          </a:scene3d>
        </p:spPr>
      </p:pic>
      <p:sp>
        <p:nvSpPr>
          <p:cNvPr id="11" name="Rectangle 10"/>
          <p:cNvSpPr/>
          <p:nvPr/>
        </p:nvSpPr>
        <p:spPr>
          <a:xfrm>
            <a:off x="333829" y="3630209"/>
            <a:ext cx="2714172" cy="2308324"/>
          </a:xfrm>
          <a:prstGeom prst="rect">
            <a:avLst/>
          </a:prstGeom>
        </p:spPr>
        <p:txBody>
          <a:bodyPr wrap="square">
            <a:spAutoFit/>
          </a:bodyPr>
          <a:lstStyle/>
          <a:p>
            <a:pPr marL="283464" marR="0" lvl="0" indent="-283464">
              <a:spcBef>
                <a:spcPts val="0"/>
              </a:spcBef>
              <a:buFont typeface="Wingdings" panose="05000000000000000000" pitchFamily="2" charset="2"/>
              <a:buChar char="Ø"/>
            </a:pPr>
            <a:r>
              <a:rPr lang="en-PH" kern="150" dirty="0">
                <a:solidFill>
                  <a:schemeClr val="accent5">
                    <a:lumMod val="50000"/>
                  </a:schemeClr>
                </a:solidFill>
                <a:latin typeface="AR JULIAN" panose="02000000000000000000" pitchFamily="2" charset="0"/>
                <a:ea typeface="SimSun" panose="02010600030101010101" pitchFamily="2" charset="-122"/>
                <a:cs typeface="F"/>
              </a:rPr>
              <a:t>Book </a:t>
            </a:r>
            <a:r>
              <a:rPr lang="en-PH" kern="150" dirty="0" smtClean="0">
                <a:solidFill>
                  <a:schemeClr val="accent5">
                    <a:lumMod val="50000"/>
                  </a:schemeClr>
                </a:solidFill>
                <a:latin typeface="AR JULIAN" panose="02000000000000000000" pitchFamily="2" charset="0"/>
                <a:ea typeface="SimSun" panose="02010600030101010101" pitchFamily="2" charset="-122"/>
                <a:cs typeface="F"/>
              </a:rPr>
              <a:t>ID</a:t>
            </a:r>
            <a:endParaRPr lang="en-PH" kern="150" dirty="0">
              <a:solidFill>
                <a:schemeClr val="accent5">
                  <a:lumMod val="50000"/>
                </a:schemeClr>
              </a:solidFill>
              <a:latin typeface="AR JULIAN" panose="02000000000000000000" pitchFamily="2" charset="0"/>
              <a:ea typeface="SimSun" panose="02010600030101010101" pitchFamily="2" charset="-122"/>
              <a:cs typeface="F"/>
            </a:endParaRPr>
          </a:p>
          <a:p>
            <a:pPr marL="283464" marR="0" lvl="0" indent="-283464">
              <a:spcBef>
                <a:spcPts val="0"/>
              </a:spcBef>
              <a:buFont typeface="Wingdings" panose="05000000000000000000" pitchFamily="2" charset="2"/>
              <a:buChar char="Ø"/>
            </a:pPr>
            <a:r>
              <a:rPr lang="en-PH" kern="150" dirty="0">
                <a:solidFill>
                  <a:schemeClr val="accent5">
                    <a:lumMod val="50000"/>
                  </a:schemeClr>
                </a:solidFill>
                <a:latin typeface="AR JULIAN" panose="02000000000000000000" pitchFamily="2" charset="0"/>
                <a:ea typeface="SimSun" panose="02010600030101010101" pitchFamily="2" charset="-122"/>
                <a:cs typeface="F"/>
              </a:rPr>
              <a:t>Books </a:t>
            </a:r>
            <a:r>
              <a:rPr lang="en-PH" kern="150" dirty="0" smtClean="0">
                <a:solidFill>
                  <a:schemeClr val="accent5">
                    <a:lumMod val="50000"/>
                  </a:schemeClr>
                </a:solidFill>
                <a:latin typeface="AR JULIAN" panose="02000000000000000000" pitchFamily="2" charset="0"/>
                <a:ea typeface="SimSun" panose="02010600030101010101" pitchFamily="2" charset="-122"/>
                <a:cs typeface="F"/>
              </a:rPr>
              <a:t>Subject</a:t>
            </a:r>
            <a:endParaRPr lang="en-PH" kern="150" dirty="0">
              <a:solidFill>
                <a:schemeClr val="accent5">
                  <a:lumMod val="50000"/>
                </a:schemeClr>
              </a:solidFill>
              <a:latin typeface="AR JULIAN" panose="02000000000000000000" pitchFamily="2" charset="0"/>
              <a:ea typeface="SimSun" panose="02010600030101010101" pitchFamily="2" charset="-122"/>
              <a:cs typeface="F"/>
            </a:endParaRPr>
          </a:p>
          <a:p>
            <a:pPr marL="283464" marR="0" lvl="0" indent="-283464">
              <a:spcBef>
                <a:spcPts val="0"/>
              </a:spcBef>
              <a:buFont typeface="Wingdings" panose="05000000000000000000" pitchFamily="2" charset="2"/>
              <a:buChar char="Ø"/>
            </a:pPr>
            <a:r>
              <a:rPr lang="en-PH" kern="150" dirty="0">
                <a:solidFill>
                  <a:schemeClr val="accent5">
                    <a:lumMod val="50000"/>
                  </a:schemeClr>
                </a:solidFill>
                <a:latin typeface="AR JULIAN" panose="02000000000000000000" pitchFamily="2" charset="0"/>
                <a:ea typeface="SimSun" panose="02010600030101010101" pitchFamily="2" charset="-122"/>
                <a:cs typeface="F"/>
              </a:rPr>
              <a:t>Book Name </a:t>
            </a:r>
            <a:r>
              <a:rPr lang="en-PH" kern="150" dirty="0" smtClean="0">
                <a:solidFill>
                  <a:schemeClr val="accent5">
                    <a:lumMod val="50000"/>
                  </a:schemeClr>
                </a:solidFill>
                <a:latin typeface="AR JULIAN" panose="02000000000000000000" pitchFamily="2" charset="0"/>
                <a:ea typeface="SimSun" panose="02010600030101010101" pitchFamily="2" charset="-122"/>
                <a:cs typeface="F"/>
              </a:rPr>
              <a:t>Author</a:t>
            </a:r>
            <a:endParaRPr lang="en-PH" kern="150" dirty="0">
              <a:solidFill>
                <a:schemeClr val="accent5">
                  <a:lumMod val="50000"/>
                </a:schemeClr>
              </a:solidFill>
              <a:latin typeface="AR JULIAN" panose="02000000000000000000" pitchFamily="2" charset="0"/>
              <a:ea typeface="SimSun" panose="02010600030101010101" pitchFamily="2" charset="-122"/>
              <a:cs typeface="F"/>
            </a:endParaRPr>
          </a:p>
          <a:p>
            <a:pPr marL="283464" marR="0" lvl="0" indent="-283464">
              <a:spcBef>
                <a:spcPts val="0"/>
              </a:spcBef>
              <a:buFont typeface="Wingdings" panose="05000000000000000000" pitchFamily="2" charset="2"/>
              <a:buChar char="Ø"/>
            </a:pPr>
            <a:r>
              <a:rPr lang="en-PH" kern="150" dirty="0">
                <a:solidFill>
                  <a:schemeClr val="accent5">
                    <a:lumMod val="50000"/>
                  </a:schemeClr>
                </a:solidFill>
                <a:latin typeface="AR JULIAN" panose="02000000000000000000" pitchFamily="2" charset="0"/>
                <a:ea typeface="SimSun" panose="02010600030101010101" pitchFamily="2" charset="-122"/>
                <a:cs typeface="F"/>
              </a:rPr>
              <a:t>Book </a:t>
            </a:r>
            <a:r>
              <a:rPr lang="en-PH" kern="150" dirty="0" smtClean="0">
                <a:solidFill>
                  <a:schemeClr val="accent5">
                    <a:lumMod val="50000"/>
                  </a:schemeClr>
                </a:solidFill>
                <a:latin typeface="AR JULIAN" panose="02000000000000000000" pitchFamily="2" charset="0"/>
                <a:ea typeface="SimSun" panose="02010600030101010101" pitchFamily="2" charset="-122"/>
                <a:cs typeface="F"/>
              </a:rPr>
              <a:t>Category</a:t>
            </a:r>
            <a:endParaRPr lang="en-PH" kern="150" dirty="0">
              <a:solidFill>
                <a:schemeClr val="accent5">
                  <a:lumMod val="50000"/>
                </a:schemeClr>
              </a:solidFill>
              <a:latin typeface="AR JULIAN" panose="02000000000000000000" pitchFamily="2" charset="0"/>
              <a:ea typeface="SimSun" panose="02010600030101010101" pitchFamily="2" charset="-122"/>
              <a:cs typeface="F"/>
            </a:endParaRPr>
          </a:p>
          <a:p>
            <a:pPr marL="283464" marR="0" lvl="0" indent="-283464">
              <a:spcBef>
                <a:spcPts val="0"/>
              </a:spcBef>
              <a:buFont typeface="Wingdings" panose="05000000000000000000" pitchFamily="2" charset="2"/>
              <a:buChar char="Ø"/>
            </a:pPr>
            <a:r>
              <a:rPr lang="en-PH" kern="150" dirty="0">
                <a:solidFill>
                  <a:schemeClr val="accent5">
                    <a:lumMod val="50000"/>
                  </a:schemeClr>
                </a:solidFill>
                <a:latin typeface="AR JULIAN" panose="02000000000000000000" pitchFamily="2" charset="0"/>
                <a:ea typeface="SimSun" panose="02010600030101010101" pitchFamily="2" charset="-122"/>
                <a:cs typeface="F"/>
              </a:rPr>
              <a:t>Book </a:t>
            </a:r>
            <a:r>
              <a:rPr lang="en-PH" kern="150" dirty="0" smtClean="0">
                <a:solidFill>
                  <a:schemeClr val="accent5">
                    <a:lumMod val="50000"/>
                  </a:schemeClr>
                </a:solidFill>
                <a:latin typeface="AR JULIAN" panose="02000000000000000000" pitchFamily="2" charset="0"/>
                <a:ea typeface="SimSun" panose="02010600030101010101" pitchFamily="2" charset="-122"/>
                <a:cs typeface="F"/>
              </a:rPr>
              <a:t>Class</a:t>
            </a:r>
            <a:endParaRPr lang="en-PH" kern="150" dirty="0">
              <a:solidFill>
                <a:schemeClr val="accent5">
                  <a:lumMod val="50000"/>
                </a:schemeClr>
              </a:solidFill>
              <a:latin typeface="AR JULIAN" panose="02000000000000000000" pitchFamily="2" charset="0"/>
              <a:ea typeface="SimSun" panose="02010600030101010101" pitchFamily="2" charset="-122"/>
              <a:cs typeface="F"/>
            </a:endParaRPr>
          </a:p>
          <a:p>
            <a:pPr marL="283464" marR="0" lvl="0" indent="-283464">
              <a:spcBef>
                <a:spcPts val="0"/>
              </a:spcBef>
              <a:buFont typeface="Wingdings" panose="05000000000000000000" pitchFamily="2" charset="2"/>
              <a:buChar char="Ø"/>
            </a:pPr>
            <a:r>
              <a:rPr lang="en-PH" kern="150" dirty="0">
                <a:solidFill>
                  <a:schemeClr val="accent5">
                    <a:lumMod val="50000"/>
                  </a:schemeClr>
                </a:solidFill>
                <a:latin typeface="AR JULIAN" panose="02000000000000000000" pitchFamily="2" charset="0"/>
                <a:ea typeface="SimSun" panose="02010600030101010101" pitchFamily="2" charset="-122"/>
                <a:cs typeface="F"/>
              </a:rPr>
              <a:t>Publisher Name </a:t>
            </a:r>
          </a:p>
          <a:p>
            <a:pPr marL="283464" marR="0" lvl="0" indent="-283464">
              <a:spcBef>
                <a:spcPts val="0"/>
              </a:spcBef>
              <a:buFont typeface="Wingdings" panose="05000000000000000000" pitchFamily="2" charset="2"/>
              <a:buChar char="Ø"/>
            </a:pPr>
            <a:r>
              <a:rPr lang="en-US" dirty="0" smtClean="0">
                <a:solidFill>
                  <a:schemeClr val="accent5">
                    <a:lumMod val="50000"/>
                  </a:schemeClr>
                </a:solidFill>
                <a:latin typeface="AR JULIAN" panose="02000000000000000000" pitchFamily="2" charset="0"/>
                <a:ea typeface="Calibri" panose="020F0502020204030204" pitchFamily="34" charset="0"/>
              </a:rPr>
              <a:t>Copyright Year</a:t>
            </a:r>
          </a:p>
          <a:p>
            <a:pPr marL="283464" indent="-283464">
              <a:buFont typeface="Wingdings" panose="05000000000000000000" pitchFamily="2" charset="2"/>
              <a:buChar char="Ø"/>
            </a:pPr>
            <a:r>
              <a:rPr lang="en-PH" dirty="0">
                <a:solidFill>
                  <a:schemeClr val="accent5">
                    <a:lumMod val="50000"/>
                  </a:schemeClr>
                </a:solidFill>
                <a:latin typeface="AR JULIAN" panose="02000000000000000000" pitchFamily="2" charset="0"/>
              </a:rPr>
              <a:t>Barcode </a:t>
            </a:r>
          </a:p>
        </p:txBody>
      </p:sp>
      <p:sp>
        <p:nvSpPr>
          <p:cNvPr id="12" name="Rectangle 11"/>
          <p:cNvSpPr/>
          <p:nvPr/>
        </p:nvSpPr>
        <p:spPr>
          <a:xfrm>
            <a:off x="2793656" y="3631847"/>
            <a:ext cx="1934900" cy="2031325"/>
          </a:xfrm>
          <a:prstGeom prst="rect">
            <a:avLst/>
          </a:prstGeom>
        </p:spPr>
        <p:txBody>
          <a:bodyPr wrap="square">
            <a:spAutoFit/>
          </a:bodyPr>
          <a:lstStyle/>
          <a:p>
            <a:pPr marL="285750" lvl="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ISBN </a:t>
            </a:r>
            <a:endParaRPr lang="en-PH" dirty="0">
              <a:solidFill>
                <a:schemeClr val="accent5">
                  <a:lumMod val="50000"/>
                </a:schemeClr>
              </a:solidFill>
              <a:latin typeface="AR JULIAN" panose="02000000000000000000" pitchFamily="2" charset="0"/>
            </a:endParaRPr>
          </a:p>
          <a:p>
            <a:pPr marL="285750" lvl="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Copies</a:t>
            </a:r>
            <a:endParaRPr lang="en-PH" dirty="0">
              <a:solidFill>
                <a:schemeClr val="accent5">
                  <a:lumMod val="50000"/>
                </a:schemeClr>
              </a:solidFill>
              <a:latin typeface="AR JULIAN" panose="02000000000000000000" pitchFamily="2" charset="0"/>
            </a:endParaRPr>
          </a:p>
          <a:p>
            <a:pPr marL="285750" lvl="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Status</a:t>
            </a:r>
            <a:endParaRPr lang="en-PH" dirty="0">
              <a:solidFill>
                <a:schemeClr val="accent5">
                  <a:lumMod val="50000"/>
                </a:schemeClr>
              </a:solidFill>
              <a:latin typeface="AR JULIAN" panose="02000000000000000000" pitchFamily="2" charset="0"/>
            </a:endParaRPr>
          </a:p>
          <a:p>
            <a:pPr marL="285750" lvl="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Edition</a:t>
            </a:r>
            <a:endParaRPr lang="en-PH" dirty="0">
              <a:solidFill>
                <a:schemeClr val="accent5">
                  <a:lumMod val="50000"/>
                </a:schemeClr>
              </a:solidFill>
              <a:latin typeface="AR JULIAN" panose="02000000000000000000" pitchFamily="2" charset="0"/>
            </a:endParaRPr>
          </a:p>
          <a:p>
            <a:pPr marL="285750" lvl="0" indent="-285750">
              <a:buFont typeface="Wingdings" panose="05000000000000000000" pitchFamily="2" charset="2"/>
              <a:buChar char="Ø"/>
            </a:pPr>
            <a:r>
              <a:rPr lang="en-PH" dirty="0">
                <a:solidFill>
                  <a:schemeClr val="accent5">
                    <a:lumMod val="50000"/>
                  </a:schemeClr>
                </a:solidFill>
                <a:latin typeface="AR JULIAN" panose="02000000000000000000" pitchFamily="2" charset="0"/>
              </a:rPr>
              <a:t>Price </a:t>
            </a:r>
          </a:p>
          <a:p>
            <a:pPr marL="285750" lvl="0" indent="-285750">
              <a:buFont typeface="Wingdings" panose="05000000000000000000" pitchFamily="2" charset="2"/>
              <a:buChar char="Ø"/>
            </a:pPr>
            <a:r>
              <a:rPr lang="en-PH" dirty="0">
                <a:solidFill>
                  <a:schemeClr val="accent5">
                    <a:lumMod val="50000"/>
                  </a:schemeClr>
                </a:solidFill>
                <a:latin typeface="AR JULIAN" panose="02000000000000000000" pitchFamily="2" charset="0"/>
              </a:rPr>
              <a:t>Supplier </a:t>
            </a:r>
            <a:endParaRPr lang="en-PH" dirty="0">
              <a:solidFill>
                <a:schemeClr val="accent5">
                  <a:lumMod val="50000"/>
                </a:schemeClr>
              </a:solidFill>
              <a:latin typeface="AR JULIAN" panose="02000000000000000000" pitchFamily="2" charset="0"/>
            </a:endParaRPr>
          </a:p>
          <a:p>
            <a:pPr marL="285750" lvl="0" indent="-285750">
              <a:buFont typeface="Wingdings" panose="05000000000000000000" pitchFamily="2" charset="2"/>
              <a:buChar char="Ø"/>
            </a:pPr>
            <a:r>
              <a:rPr lang="en-US" dirty="0" smtClean="0">
                <a:solidFill>
                  <a:schemeClr val="accent5">
                    <a:lumMod val="50000"/>
                  </a:schemeClr>
                </a:solidFill>
                <a:latin typeface="AR JULIAN" panose="02000000000000000000" pitchFamily="2" charset="0"/>
              </a:rPr>
              <a:t>Add Book</a:t>
            </a:r>
            <a:endParaRPr lang="en-PH" u="sng" dirty="0">
              <a:solidFill>
                <a:schemeClr val="accent5">
                  <a:lumMod val="50000"/>
                </a:schemeClr>
              </a:solidFill>
              <a:latin typeface="AR JULIAN" panose="02000000000000000000" pitchFamily="2" charset="0"/>
            </a:endParaRPr>
          </a:p>
        </p:txBody>
      </p:sp>
    </p:spTree>
    <p:extLst>
      <p:ext uri="{BB962C8B-B14F-4D97-AF65-F5344CB8AC3E}">
        <p14:creationId xmlns:p14="http://schemas.microsoft.com/office/powerpoint/2010/main" val="419362304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06440" y="98474"/>
            <a:ext cx="2433680" cy="1569660"/>
          </a:xfrm>
          <a:prstGeom prst="rect">
            <a:avLst/>
          </a:prstGeom>
          <a:noFill/>
        </p:spPr>
        <p:txBody>
          <a:bodyPr wrap="none" rtlCol="0">
            <a:spAutoFit/>
          </a:bodyPr>
          <a:lstStyle/>
          <a:p>
            <a:r>
              <a:rPr lang="en-PH" sz="9600" dirty="0" smtClean="0">
                <a:solidFill>
                  <a:srgbClr val="0000FF"/>
                </a:solidFill>
                <a:latin typeface="AR JULIAN" panose="02000000000000000000" pitchFamily="2" charset="0"/>
              </a:rPr>
              <a:t>L</a:t>
            </a:r>
            <a:r>
              <a:rPr lang="en-PH" sz="9600" dirty="0" smtClean="0">
                <a:solidFill>
                  <a:srgbClr val="FF0000"/>
                </a:solidFill>
                <a:latin typeface="AR JULIAN" panose="02000000000000000000" pitchFamily="2" charset="0"/>
              </a:rPr>
              <a:t>M</a:t>
            </a:r>
            <a:r>
              <a:rPr lang="en-PH" sz="9600" dirty="0" smtClean="0">
                <a:solidFill>
                  <a:srgbClr val="008000"/>
                </a:solidFill>
                <a:latin typeface="AR JULIAN" panose="02000000000000000000" pitchFamily="2" charset="0"/>
              </a:rPr>
              <a:t>S</a:t>
            </a:r>
            <a:endParaRPr lang="en-PH" sz="9600" dirty="0">
              <a:solidFill>
                <a:srgbClr val="008000"/>
              </a:solidFill>
              <a:latin typeface="AR JULIAN" panose="02000000000000000000" pitchFamily="2" charset="0"/>
            </a:endParaRPr>
          </a:p>
        </p:txBody>
      </p:sp>
      <p:sp>
        <p:nvSpPr>
          <p:cNvPr id="5" name="TextBox 4"/>
          <p:cNvSpPr txBox="1"/>
          <p:nvPr/>
        </p:nvSpPr>
        <p:spPr>
          <a:xfrm>
            <a:off x="3277770" y="661720"/>
            <a:ext cx="7597593" cy="646331"/>
          </a:xfrm>
          <a:prstGeom prst="rect">
            <a:avLst/>
          </a:prstGeom>
          <a:noFill/>
        </p:spPr>
        <p:txBody>
          <a:bodyPr wrap="none" rtlCol="0">
            <a:spAutoFit/>
          </a:bodyPr>
          <a:lstStyle/>
          <a:p>
            <a:r>
              <a:rPr lang="en-PH" sz="3600" dirty="0" smtClean="0">
                <a:solidFill>
                  <a:srgbClr val="0000FF"/>
                </a:solidFill>
                <a:latin typeface="Arial" panose="020B0604020202020204" pitchFamily="34" charset="0"/>
                <a:cs typeface="Arial" panose="020B0604020202020204" pitchFamily="34" charset="0"/>
              </a:rPr>
              <a:t>LIBRARY</a:t>
            </a:r>
            <a:r>
              <a:rPr lang="en-PH" sz="3600" dirty="0" smtClean="0">
                <a:latin typeface="Arial" panose="020B0604020202020204" pitchFamily="34" charset="0"/>
                <a:cs typeface="Arial" panose="020B0604020202020204" pitchFamily="34" charset="0"/>
              </a:rPr>
              <a:t> </a:t>
            </a:r>
            <a:r>
              <a:rPr lang="en-PH" sz="3600" dirty="0" smtClean="0">
                <a:solidFill>
                  <a:srgbClr val="FF0000"/>
                </a:solidFill>
                <a:latin typeface="Arial" panose="020B0604020202020204" pitchFamily="34" charset="0"/>
                <a:cs typeface="Arial" panose="020B0604020202020204" pitchFamily="34" charset="0"/>
              </a:rPr>
              <a:t>MANAGEMENT</a:t>
            </a:r>
            <a:r>
              <a:rPr lang="en-PH" sz="3600" dirty="0" smtClean="0">
                <a:latin typeface="Arial" panose="020B0604020202020204" pitchFamily="34" charset="0"/>
                <a:cs typeface="Arial" panose="020B0604020202020204" pitchFamily="34" charset="0"/>
              </a:rPr>
              <a:t> </a:t>
            </a:r>
            <a:r>
              <a:rPr lang="en-PH" sz="3600" dirty="0" smtClean="0">
                <a:solidFill>
                  <a:srgbClr val="008000"/>
                </a:solidFill>
                <a:latin typeface="Arial" panose="020B0604020202020204" pitchFamily="34" charset="0"/>
                <a:cs typeface="Arial" panose="020B0604020202020204" pitchFamily="34" charset="0"/>
              </a:rPr>
              <a:t>SYSTEM</a:t>
            </a:r>
            <a:endParaRPr lang="en-PH" sz="3600" dirty="0">
              <a:solidFill>
                <a:srgbClr val="008000"/>
              </a:solidFill>
              <a:latin typeface="Arial" panose="020B0604020202020204" pitchFamily="34" charset="0"/>
              <a:cs typeface="Arial" panose="020B0604020202020204" pitchFamily="34" charset="0"/>
            </a:endParaRPr>
          </a:p>
        </p:txBody>
      </p:sp>
      <p:sp>
        <p:nvSpPr>
          <p:cNvPr id="6" name="TextBox 5"/>
          <p:cNvSpPr txBox="1"/>
          <p:nvPr/>
        </p:nvSpPr>
        <p:spPr>
          <a:xfrm>
            <a:off x="1167052" y="2579394"/>
            <a:ext cx="1955985" cy="400110"/>
          </a:xfrm>
          <a:prstGeom prst="rect">
            <a:avLst/>
          </a:prstGeom>
          <a:noFill/>
        </p:spPr>
        <p:txBody>
          <a:bodyPr wrap="none" rtlCol="0">
            <a:spAutoFit/>
          </a:bodyPr>
          <a:lstStyle/>
          <a:p>
            <a:r>
              <a:rPr lang="en-PH" sz="2000" dirty="0" smtClean="0">
                <a:latin typeface="AR JULIAN" panose="02000000000000000000" pitchFamily="2" charset="0"/>
              </a:rPr>
              <a:t>UPDATE BOOK</a:t>
            </a:r>
            <a:endParaRPr lang="en-PH" sz="2000" dirty="0">
              <a:latin typeface="AR JULIAN" panose="02000000000000000000" pitchFamily="2" charset="0"/>
            </a:endParaRPr>
          </a:p>
        </p:txBody>
      </p:sp>
      <p:sp>
        <p:nvSpPr>
          <p:cNvPr id="7" name="Rectangle 6"/>
          <p:cNvSpPr/>
          <p:nvPr/>
        </p:nvSpPr>
        <p:spPr>
          <a:xfrm>
            <a:off x="932503" y="1506433"/>
            <a:ext cx="9882566" cy="941796"/>
          </a:xfrm>
          <a:prstGeom prst="rect">
            <a:avLst/>
          </a:prstGeom>
        </p:spPr>
        <p:txBody>
          <a:bodyPr wrap="square">
            <a:spAutoFit/>
          </a:bodyPr>
          <a:lstStyle/>
          <a:p>
            <a:pPr algn="ctr">
              <a:lnSpc>
                <a:spcPct val="115000"/>
              </a:lnSpc>
            </a:pPr>
            <a:r>
              <a:rPr lang="en-PH" sz="3600" dirty="0" smtClean="0">
                <a:latin typeface="AR JULIAN" panose="02000000000000000000" pitchFamily="2" charset="0"/>
                <a:ea typeface="Calibri" panose="020F0502020204030204" pitchFamily="34" charset="0"/>
                <a:cs typeface="Arial" panose="020B0604020202020204" pitchFamily="34" charset="0"/>
              </a:rPr>
              <a:t>PROJECT DETAILS</a:t>
            </a:r>
            <a:r>
              <a:rPr lang="en-US" sz="24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rPr>
              <a:t> </a:t>
            </a: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a:solidFill>
                <a:schemeClr val="accent5">
                  <a:lumMod val="50000"/>
                </a:schemeClr>
              </a:solidFill>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pPr>
            <a:endParaRPr lang="en-US" sz="100" b="1" i="1" dirty="0" smtClean="0">
              <a:solidFill>
                <a:schemeClr val="accent5">
                  <a:lumMod val="50000"/>
                </a:schemeClr>
              </a:solidFill>
              <a:effectLst/>
              <a:latin typeface="Arial" panose="020B0604020202020204" pitchFamily="34" charset="0"/>
              <a:ea typeface="Calibri" panose="020F0502020204030204" pitchFamily="34" charset="0"/>
              <a:cs typeface="Times New Roman" panose="02020603050405020304" pitchFamily="18" charset="0"/>
            </a:endParaRPr>
          </a:p>
        </p:txBody>
      </p:sp>
      <p:sp>
        <p:nvSpPr>
          <p:cNvPr id="8" name="TextBox 7"/>
          <p:cNvSpPr txBox="1"/>
          <p:nvPr/>
        </p:nvSpPr>
        <p:spPr>
          <a:xfrm>
            <a:off x="2623246" y="3591494"/>
            <a:ext cx="1435008" cy="2585323"/>
          </a:xfrm>
          <a:prstGeom prst="rect">
            <a:avLst/>
          </a:prstGeom>
          <a:noFill/>
        </p:spPr>
        <p:txBody>
          <a:bodyPr wrap="none" rtlCol="0">
            <a:spAutoFit/>
          </a:bodyPr>
          <a:lstStyle/>
          <a:p>
            <a:pPr marL="285750" lvl="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Barcode </a:t>
            </a:r>
          </a:p>
          <a:p>
            <a:pPr marL="285750" lvl="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ISBN </a:t>
            </a:r>
          </a:p>
          <a:p>
            <a:pPr marL="285750" lvl="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Copies </a:t>
            </a:r>
          </a:p>
          <a:p>
            <a:pPr marL="285750" lvl="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Status </a:t>
            </a:r>
          </a:p>
          <a:p>
            <a:pPr marL="285750" lvl="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Edition </a:t>
            </a:r>
          </a:p>
          <a:p>
            <a:pPr marL="285750" lvl="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Price </a:t>
            </a:r>
          </a:p>
          <a:p>
            <a:pPr marL="285750" lvl="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Supplier</a:t>
            </a:r>
            <a:endParaRPr lang="en-PH" dirty="0">
              <a:solidFill>
                <a:schemeClr val="accent5">
                  <a:lumMod val="50000"/>
                </a:schemeClr>
              </a:solidFill>
              <a:latin typeface="AR JULIAN" panose="02000000000000000000" pitchFamily="2" charset="0"/>
            </a:endParaRPr>
          </a:p>
          <a:p>
            <a:pPr marL="285750" lvl="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Clear</a:t>
            </a:r>
            <a:endParaRPr lang="en-PH" dirty="0">
              <a:solidFill>
                <a:schemeClr val="accent5">
                  <a:lumMod val="50000"/>
                </a:schemeClr>
              </a:solidFill>
              <a:latin typeface="AR JULIAN" panose="02000000000000000000" pitchFamily="2" charset="0"/>
            </a:endParaRPr>
          </a:p>
          <a:p>
            <a:pPr marL="285750" indent="-285750">
              <a:buFont typeface="Wingdings" panose="05000000000000000000" pitchFamily="2" charset="2"/>
              <a:buChar char="Ø"/>
            </a:pPr>
            <a:r>
              <a:rPr lang="en-US" dirty="0">
                <a:solidFill>
                  <a:schemeClr val="accent5">
                    <a:lumMod val="50000"/>
                  </a:schemeClr>
                </a:solidFill>
                <a:latin typeface="AR JULIAN" panose="02000000000000000000" pitchFamily="2" charset="0"/>
              </a:rPr>
              <a:t>Update</a:t>
            </a:r>
            <a:endParaRPr lang="en-PH" dirty="0" smtClean="0">
              <a:solidFill>
                <a:schemeClr val="accent5">
                  <a:lumMod val="50000"/>
                </a:schemeClr>
              </a:solidFill>
              <a:latin typeface="AR JULIAN" panose="02000000000000000000" pitchFamily="2" charset="0"/>
            </a:endParaRPr>
          </a:p>
        </p:txBody>
      </p:sp>
      <p:pic>
        <p:nvPicPr>
          <p:cNvPr id="10" name="Picture 9"/>
          <p:cNvPicPr>
            <a:picLocks noChangeAspect="1"/>
          </p:cNvPicPr>
          <p:nvPr/>
        </p:nvPicPr>
        <p:blipFill rotWithShape="1">
          <a:blip r:embed="rId2"/>
          <a:srcRect l="18096" t="14831" r="21443" b="23264"/>
          <a:stretch/>
        </p:blipFill>
        <p:spPr>
          <a:xfrm>
            <a:off x="4892166" y="2960123"/>
            <a:ext cx="5983197" cy="3320432"/>
          </a:xfrm>
          <a:prstGeom prst="rect">
            <a:avLst/>
          </a:prstGeom>
          <a:scene3d>
            <a:camera prst="perspectiveRight"/>
            <a:lightRig rig="threePt" dir="t"/>
          </a:scene3d>
        </p:spPr>
      </p:pic>
      <p:sp>
        <p:nvSpPr>
          <p:cNvPr id="11" name="TextBox 10"/>
          <p:cNvSpPr txBox="1"/>
          <p:nvPr/>
        </p:nvSpPr>
        <p:spPr>
          <a:xfrm>
            <a:off x="504882" y="3591494"/>
            <a:ext cx="2222083" cy="2585323"/>
          </a:xfrm>
          <a:prstGeom prst="rect">
            <a:avLst/>
          </a:prstGeom>
          <a:noFill/>
        </p:spPr>
        <p:txBody>
          <a:bodyPr wrap="none" rtlCol="0">
            <a:spAutoFit/>
          </a:bodyPr>
          <a:lstStyle/>
          <a:p>
            <a:pPr marL="285750" lvl="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Book </a:t>
            </a:r>
            <a:r>
              <a:rPr lang="en-PH" dirty="0">
                <a:solidFill>
                  <a:schemeClr val="accent5">
                    <a:lumMod val="50000"/>
                  </a:schemeClr>
                </a:solidFill>
                <a:latin typeface="AR JULIAN" panose="02000000000000000000" pitchFamily="2" charset="0"/>
              </a:rPr>
              <a:t>ID </a:t>
            </a:r>
            <a:endParaRPr lang="en-PH" dirty="0" smtClean="0">
              <a:solidFill>
                <a:schemeClr val="accent5">
                  <a:lumMod val="50000"/>
                </a:schemeClr>
              </a:solidFill>
              <a:latin typeface="AR JULIAN" panose="02000000000000000000" pitchFamily="2" charset="0"/>
            </a:endParaRPr>
          </a:p>
          <a:p>
            <a:pPr marL="285750" lvl="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Book </a:t>
            </a:r>
            <a:r>
              <a:rPr lang="en-PH" dirty="0">
                <a:solidFill>
                  <a:schemeClr val="accent5">
                    <a:lumMod val="50000"/>
                  </a:schemeClr>
                </a:solidFill>
                <a:latin typeface="AR JULIAN" panose="02000000000000000000" pitchFamily="2" charset="0"/>
              </a:rPr>
              <a:t>Subject </a:t>
            </a:r>
            <a:endParaRPr lang="en-PH" dirty="0" smtClean="0">
              <a:solidFill>
                <a:schemeClr val="accent5">
                  <a:lumMod val="50000"/>
                </a:schemeClr>
              </a:solidFill>
              <a:latin typeface="AR JULIAN" panose="02000000000000000000" pitchFamily="2" charset="0"/>
            </a:endParaRPr>
          </a:p>
          <a:p>
            <a:pPr marL="285750" lvl="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Book Name</a:t>
            </a:r>
            <a:endParaRPr lang="en-PH" dirty="0">
              <a:solidFill>
                <a:schemeClr val="accent5">
                  <a:lumMod val="50000"/>
                </a:schemeClr>
              </a:solidFill>
              <a:latin typeface="AR JULIAN" panose="02000000000000000000" pitchFamily="2" charset="0"/>
            </a:endParaRPr>
          </a:p>
          <a:p>
            <a:pPr marL="285750" lvl="0" indent="-285750">
              <a:buFont typeface="Wingdings" panose="05000000000000000000" pitchFamily="2" charset="2"/>
              <a:buChar char="Ø"/>
            </a:pPr>
            <a:r>
              <a:rPr lang="en-PH" dirty="0">
                <a:solidFill>
                  <a:schemeClr val="accent5">
                    <a:lumMod val="50000"/>
                  </a:schemeClr>
                </a:solidFill>
                <a:latin typeface="AR JULIAN" panose="02000000000000000000" pitchFamily="2" charset="0"/>
              </a:rPr>
              <a:t>Author </a:t>
            </a:r>
            <a:endParaRPr lang="en-PH" dirty="0" smtClean="0">
              <a:solidFill>
                <a:schemeClr val="accent5">
                  <a:lumMod val="50000"/>
                </a:schemeClr>
              </a:solidFill>
              <a:latin typeface="AR JULIAN" panose="02000000000000000000" pitchFamily="2" charset="0"/>
            </a:endParaRPr>
          </a:p>
          <a:p>
            <a:pPr marL="285750" lvl="0" indent="-285750">
              <a:buFont typeface="Wingdings" panose="05000000000000000000" pitchFamily="2" charset="2"/>
              <a:buChar char="Ø"/>
            </a:pPr>
            <a:r>
              <a:rPr lang="en-PH" dirty="0" smtClean="0">
                <a:solidFill>
                  <a:schemeClr val="accent5">
                    <a:lumMod val="50000"/>
                  </a:schemeClr>
                </a:solidFill>
                <a:latin typeface="AR JULIAN" panose="02000000000000000000" pitchFamily="2" charset="0"/>
              </a:rPr>
              <a:t>Joint Author</a:t>
            </a:r>
            <a:endParaRPr lang="en-PH" dirty="0">
              <a:solidFill>
                <a:schemeClr val="accent5">
                  <a:lumMod val="50000"/>
                </a:schemeClr>
              </a:solidFill>
              <a:latin typeface="AR JULIAN" panose="02000000000000000000" pitchFamily="2" charset="0"/>
            </a:endParaRPr>
          </a:p>
          <a:p>
            <a:pPr marL="285750" lvl="0" indent="-285750">
              <a:buFont typeface="Wingdings" panose="05000000000000000000" pitchFamily="2" charset="2"/>
              <a:buChar char="Ø"/>
            </a:pPr>
            <a:r>
              <a:rPr lang="en-PH" dirty="0">
                <a:solidFill>
                  <a:schemeClr val="accent5">
                    <a:lumMod val="50000"/>
                  </a:schemeClr>
                </a:solidFill>
                <a:latin typeface="AR JULIAN" panose="02000000000000000000" pitchFamily="2" charset="0"/>
              </a:rPr>
              <a:t>Book </a:t>
            </a:r>
            <a:r>
              <a:rPr lang="en-PH" dirty="0" smtClean="0">
                <a:solidFill>
                  <a:schemeClr val="accent5">
                    <a:lumMod val="50000"/>
                  </a:schemeClr>
                </a:solidFill>
                <a:latin typeface="AR JULIAN" panose="02000000000000000000" pitchFamily="2" charset="0"/>
              </a:rPr>
              <a:t>Category</a:t>
            </a:r>
            <a:endParaRPr lang="en-PH" dirty="0">
              <a:solidFill>
                <a:schemeClr val="accent5">
                  <a:lumMod val="50000"/>
                </a:schemeClr>
              </a:solidFill>
              <a:latin typeface="AR JULIAN" panose="02000000000000000000" pitchFamily="2" charset="0"/>
            </a:endParaRPr>
          </a:p>
          <a:p>
            <a:pPr marL="285750" lvl="0" indent="-285750">
              <a:buFont typeface="Wingdings" panose="05000000000000000000" pitchFamily="2" charset="2"/>
              <a:buChar char="Ø"/>
            </a:pPr>
            <a:r>
              <a:rPr lang="en-PH" dirty="0">
                <a:solidFill>
                  <a:schemeClr val="accent5">
                    <a:lumMod val="50000"/>
                  </a:schemeClr>
                </a:solidFill>
                <a:latin typeface="AR JULIAN" panose="02000000000000000000" pitchFamily="2" charset="0"/>
              </a:rPr>
              <a:t>Book Class </a:t>
            </a:r>
            <a:endParaRPr lang="en-PH" dirty="0" smtClean="0">
              <a:solidFill>
                <a:schemeClr val="accent5">
                  <a:lumMod val="50000"/>
                </a:schemeClr>
              </a:solidFill>
              <a:latin typeface="AR JULIAN" panose="02000000000000000000" pitchFamily="2" charset="0"/>
            </a:endParaRPr>
          </a:p>
          <a:p>
            <a:pPr marL="285750" lvl="0" indent="-285750">
              <a:buFont typeface="Wingdings" panose="05000000000000000000" pitchFamily="2" charset="2"/>
              <a:buChar char="Ø"/>
            </a:pPr>
            <a:r>
              <a:rPr lang="en-US" dirty="0" smtClean="0">
                <a:solidFill>
                  <a:schemeClr val="accent5">
                    <a:lumMod val="50000"/>
                  </a:schemeClr>
                </a:solidFill>
                <a:latin typeface="AR JULIAN" panose="02000000000000000000" pitchFamily="2" charset="0"/>
              </a:rPr>
              <a:t>Publisher Name</a:t>
            </a:r>
          </a:p>
          <a:p>
            <a:pPr marL="285750" indent="-285750">
              <a:buFont typeface="Wingdings" panose="05000000000000000000" pitchFamily="2" charset="2"/>
              <a:buChar char="Ø"/>
            </a:pPr>
            <a:r>
              <a:rPr lang="en-PH" dirty="0">
                <a:solidFill>
                  <a:schemeClr val="accent5">
                    <a:lumMod val="50000"/>
                  </a:schemeClr>
                </a:solidFill>
                <a:latin typeface="AR JULIAN" panose="02000000000000000000" pitchFamily="2" charset="0"/>
              </a:rPr>
              <a:t>Copyright Year </a:t>
            </a:r>
          </a:p>
        </p:txBody>
      </p:sp>
    </p:spTree>
    <p:extLst>
      <p:ext uri="{BB962C8B-B14F-4D97-AF65-F5344CB8AC3E}">
        <p14:creationId xmlns:p14="http://schemas.microsoft.com/office/powerpoint/2010/main" val="340731213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319</TotalTime>
  <Words>477</Words>
  <Application>Microsoft Office PowerPoint</Application>
  <PresentationFormat>Widescreen</PresentationFormat>
  <Paragraphs>447</Paragraphs>
  <Slides>20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SimSun</vt:lpstr>
      <vt:lpstr>AR JULIAN</vt:lpstr>
      <vt:lpstr>Arial</vt:lpstr>
      <vt:lpstr>Calibri</vt:lpstr>
      <vt:lpstr>Calibri Light</vt:lpstr>
      <vt:lpstr>F</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john julio capacia</dc:creator>
  <cp:lastModifiedBy>john julio capacia</cp:lastModifiedBy>
  <cp:revision>28</cp:revision>
  <dcterms:created xsi:type="dcterms:W3CDTF">2016-03-04T11:17:31Z</dcterms:created>
  <dcterms:modified xsi:type="dcterms:W3CDTF">2016-03-06T07:19:16Z</dcterms:modified>
</cp:coreProperties>
</file>